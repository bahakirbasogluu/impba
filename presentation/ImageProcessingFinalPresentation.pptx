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57" r:id="rId3"/>
    <p:sldId id="258" r:id="rId4"/>
    <p:sldId id="259" r:id="rId5"/>
    <p:sldId id="273" r:id="rId6"/>
    <p:sldId id="274" r:id="rId7"/>
    <p:sldId id="264" r:id="rId8"/>
    <p:sldId id="262" r:id="rId9"/>
    <p:sldId id="263" r:id="rId10"/>
    <p:sldId id="275" r:id="rId11"/>
    <p:sldId id="261" r:id="rId12"/>
    <p:sldId id="270" r:id="rId13"/>
    <p:sldId id="271" r:id="rId14"/>
    <p:sldId id="272" r:id="rId15"/>
    <p:sldId id="265" r:id="rId16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B44E3C-D8A4-EAA7-18DE-1B02D3E9129B}" v="257" dt="2025-12-28T13:29:42.0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26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ha Kırbaşoğlu" userId="S::kirbasoglu25@itu.edu.tr::57c24a7c-ee26-4d04-9d55-7fac6ee9d7c0" providerId="AD" clId="Web-{31B44E3C-D8A4-EAA7-18DE-1B02D3E9129B}"/>
    <pc:docChg chg="addSld delSld modSld">
      <pc:chgData name="Baha Kırbaşoğlu" userId="S::kirbasoglu25@itu.edu.tr::57c24a7c-ee26-4d04-9d55-7fac6ee9d7c0" providerId="AD" clId="Web-{31B44E3C-D8A4-EAA7-18DE-1B02D3E9129B}" dt="2025-12-28T13:29:24.454" v="100" actId="1076"/>
      <pc:docMkLst>
        <pc:docMk/>
      </pc:docMkLst>
      <pc:sldChg chg="modSp">
        <pc:chgData name="Baha Kırbaşoğlu" userId="S::kirbasoglu25@itu.edu.tr::57c24a7c-ee26-4d04-9d55-7fac6ee9d7c0" providerId="AD" clId="Web-{31B44E3C-D8A4-EAA7-18DE-1B02D3E9129B}" dt="2025-12-28T13:16:26.087" v="7" actId="1076"/>
        <pc:sldMkLst>
          <pc:docMk/>
          <pc:sldMk cId="1674425800" sldId="256"/>
        </pc:sldMkLst>
        <pc:spChg chg="mod">
          <ac:chgData name="Baha Kırbaşoğlu" userId="S::kirbasoglu25@itu.edu.tr::57c24a7c-ee26-4d04-9d55-7fac6ee9d7c0" providerId="AD" clId="Web-{31B44E3C-D8A4-EAA7-18DE-1B02D3E9129B}" dt="2025-12-28T13:16:26.087" v="7" actId="1076"/>
          <ac:spMkLst>
            <pc:docMk/>
            <pc:sldMk cId="1674425800" sldId="256"/>
            <ac:spMk id="5" creationId="{8AD49CDD-B03B-3BEC-BD94-9DB6545F916D}"/>
          </ac:spMkLst>
        </pc:spChg>
        <pc:spChg chg="mod">
          <ac:chgData name="Baha Kırbaşoğlu" userId="S::kirbasoglu25@itu.edu.tr::57c24a7c-ee26-4d04-9d55-7fac6ee9d7c0" providerId="AD" clId="Web-{31B44E3C-D8A4-EAA7-18DE-1B02D3E9129B}" dt="2025-12-28T13:16:18.728" v="4" actId="1076"/>
          <ac:spMkLst>
            <pc:docMk/>
            <pc:sldMk cId="1674425800" sldId="256"/>
            <ac:spMk id="7" creationId="{98E71BB9-4DD1-A291-B681-07915C62853C}"/>
          </ac:spMkLst>
        </pc:spChg>
        <pc:spChg chg="mod">
          <ac:chgData name="Baha Kırbaşoğlu" userId="S::kirbasoglu25@itu.edu.tr::57c24a7c-ee26-4d04-9d55-7fac6ee9d7c0" providerId="AD" clId="Web-{31B44E3C-D8A4-EAA7-18DE-1B02D3E9129B}" dt="2025-12-28T13:16:18.915" v="6" actId="1076"/>
          <ac:spMkLst>
            <pc:docMk/>
            <pc:sldMk cId="1674425800" sldId="256"/>
            <ac:spMk id="8" creationId="{77336C1C-4187-5603-350D-D41764181AC5}"/>
          </ac:spMkLst>
        </pc:spChg>
      </pc:sldChg>
      <pc:sldChg chg="addSp delSp modSp">
        <pc:chgData name="Baha Kırbaşoğlu" userId="S::kirbasoglu25@itu.edu.tr::57c24a7c-ee26-4d04-9d55-7fac6ee9d7c0" providerId="AD" clId="Web-{31B44E3C-D8A4-EAA7-18DE-1B02D3E9129B}" dt="2025-12-28T13:18:31.220" v="19" actId="1076"/>
        <pc:sldMkLst>
          <pc:docMk/>
          <pc:sldMk cId="4123990316" sldId="258"/>
        </pc:sldMkLst>
        <pc:spChg chg="mod">
          <ac:chgData name="Baha Kırbaşoğlu" userId="S::kirbasoglu25@itu.edu.tr::57c24a7c-ee26-4d04-9d55-7fac6ee9d7c0" providerId="AD" clId="Web-{31B44E3C-D8A4-EAA7-18DE-1B02D3E9129B}" dt="2025-12-28T13:17:56.714" v="8" actId="1076"/>
          <ac:spMkLst>
            <pc:docMk/>
            <pc:sldMk cId="4123990316" sldId="258"/>
            <ac:spMk id="3" creationId="{F6F1B5C5-CF17-E149-B295-133B4AD41788}"/>
          </ac:spMkLst>
        </pc:spChg>
        <pc:spChg chg="del">
          <ac:chgData name="Baha Kırbaşoğlu" userId="S::kirbasoglu25@itu.edu.tr::57c24a7c-ee26-4d04-9d55-7fac6ee9d7c0" providerId="AD" clId="Web-{31B44E3C-D8A4-EAA7-18DE-1B02D3E9129B}" dt="2025-12-28T13:17:59.479" v="9"/>
          <ac:spMkLst>
            <pc:docMk/>
            <pc:sldMk cId="4123990316" sldId="258"/>
            <ac:spMk id="8" creationId="{32CA750B-6CAB-6DCB-EE94-31434C6569CB}"/>
          </ac:spMkLst>
        </pc:spChg>
        <pc:picChg chg="add mod">
          <ac:chgData name="Baha Kırbaşoğlu" userId="S::kirbasoglu25@itu.edu.tr::57c24a7c-ee26-4d04-9d55-7fac6ee9d7c0" providerId="AD" clId="Web-{31B44E3C-D8A4-EAA7-18DE-1B02D3E9129B}" dt="2025-12-28T13:18:31.220" v="19" actId="1076"/>
          <ac:picMkLst>
            <pc:docMk/>
            <pc:sldMk cId="4123990316" sldId="258"/>
            <ac:picMk id="4" creationId="{6ACE0B2B-6E40-7202-0A66-F7F15E876AC2}"/>
          </ac:picMkLst>
        </pc:picChg>
        <pc:picChg chg="add mod">
          <ac:chgData name="Baha Kırbaşoğlu" userId="S::kirbasoglu25@itu.edu.tr::57c24a7c-ee26-4d04-9d55-7fac6ee9d7c0" providerId="AD" clId="Web-{31B44E3C-D8A4-EAA7-18DE-1B02D3E9129B}" dt="2025-12-28T13:18:29.689" v="18" actId="1076"/>
          <ac:picMkLst>
            <pc:docMk/>
            <pc:sldMk cId="4123990316" sldId="258"/>
            <ac:picMk id="6" creationId="{C09D98D0-2AD9-15E9-1B6A-8511D89FE6D2}"/>
          </ac:picMkLst>
        </pc:picChg>
        <pc:picChg chg="add mod">
          <ac:chgData name="Baha Kırbaşoğlu" userId="S::kirbasoglu25@itu.edu.tr::57c24a7c-ee26-4d04-9d55-7fac6ee9d7c0" providerId="AD" clId="Web-{31B44E3C-D8A4-EAA7-18DE-1B02D3E9129B}" dt="2025-12-28T13:18:28.454" v="17" actId="1076"/>
          <ac:picMkLst>
            <pc:docMk/>
            <pc:sldMk cId="4123990316" sldId="258"/>
            <ac:picMk id="7" creationId="{E6ED75B9-33BA-60CA-D82C-C8E473FB6B8C}"/>
          </ac:picMkLst>
        </pc:picChg>
      </pc:sldChg>
      <pc:sldChg chg="delSp modSp">
        <pc:chgData name="Baha Kırbaşoğlu" userId="S::kirbasoglu25@itu.edu.tr::57c24a7c-ee26-4d04-9d55-7fac6ee9d7c0" providerId="AD" clId="Web-{31B44E3C-D8A4-EAA7-18DE-1B02D3E9129B}" dt="2025-12-28T13:18:54.220" v="21" actId="1076"/>
        <pc:sldMkLst>
          <pc:docMk/>
          <pc:sldMk cId="3145578788" sldId="259"/>
        </pc:sldMkLst>
        <pc:spChg chg="mod">
          <ac:chgData name="Baha Kırbaşoğlu" userId="S::kirbasoglu25@itu.edu.tr::57c24a7c-ee26-4d04-9d55-7fac6ee9d7c0" providerId="AD" clId="Web-{31B44E3C-D8A4-EAA7-18DE-1B02D3E9129B}" dt="2025-12-28T13:18:54.220" v="21" actId="1076"/>
          <ac:spMkLst>
            <pc:docMk/>
            <pc:sldMk cId="3145578788" sldId="259"/>
            <ac:spMk id="2" creationId="{F4FCD5AA-8824-F769-8222-368CCAD74ED7}"/>
          </ac:spMkLst>
        </pc:spChg>
        <pc:spChg chg="del">
          <ac:chgData name="Baha Kırbaşoğlu" userId="S::kirbasoglu25@itu.edu.tr::57c24a7c-ee26-4d04-9d55-7fac6ee9d7c0" providerId="AD" clId="Web-{31B44E3C-D8A4-EAA7-18DE-1B02D3E9129B}" dt="2025-12-28T13:18:50.861" v="20"/>
          <ac:spMkLst>
            <pc:docMk/>
            <pc:sldMk cId="3145578788" sldId="259"/>
            <ac:spMk id="10" creationId="{609EA85B-C2AF-8D8B-3D40-7541A9263907}"/>
          </ac:spMkLst>
        </pc:spChg>
      </pc:sldChg>
      <pc:sldChg chg="delSp modSp">
        <pc:chgData name="Baha Kırbaşoğlu" userId="S::kirbasoglu25@itu.edu.tr::57c24a7c-ee26-4d04-9d55-7fac6ee9d7c0" providerId="AD" clId="Web-{31B44E3C-D8A4-EAA7-18DE-1B02D3E9129B}" dt="2025-12-28T13:24:50.352" v="75" actId="1076"/>
        <pc:sldMkLst>
          <pc:docMk/>
          <pc:sldMk cId="3812186088" sldId="261"/>
        </pc:sldMkLst>
        <pc:spChg chg="mod">
          <ac:chgData name="Baha Kırbaşoğlu" userId="S::kirbasoglu25@itu.edu.tr::57c24a7c-ee26-4d04-9d55-7fac6ee9d7c0" providerId="AD" clId="Web-{31B44E3C-D8A4-EAA7-18DE-1B02D3E9129B}" dt="2025-12-28T13:24:50.352" v="75" actId="1076"/>
          <ac:spMkLst>
            <pc:docMk/>
            <pc:sldMk cId="3812186088" sldId="261"/>
            <ac:spMk id="3" creationId="{C4ECBC50-ECC7-AA66-469E-9980B1953B7D}"/>
          </ac:spMkLst>
        </pc:spChg>
        <pc:picChg chg="del">
          <ac:chgData name="Baha Kırbaşoğlu" userId="S::kirbasoglu25@itu.edu.tr::57c24a7c-ee26-4d04-9d55-7fac6ee9d7c0" providerId="AD" clId="Web-{31B44E3C-D8A4-EAA7-18DE-1B02D3E9129B}" dt="2025-12-28T13:24:41.648" v="74"/>
          <ac:picMkLst>
            <pc:docMk/>
            <pc:sldMk cId="3812186088" sldId="261"/>
            <ac:picMk id="6" creationId="{65E2A829-19CC-60DB-49D0-29E9073CD860}"/>
          </ac:picMkLst>
        </pc:picChg>
      </pc:sldChg>
      <pc:sldChg chg="addSp delSp modSp">
        <pc:chgData name="Baha Kırbaşoğlu" userId="S::kirbasoglu25@itu.edu.tr::57c24a7c-ee26-4d04-9d55-7fac6ee9d7c0" providerId="AD" clId="Web-{31B44E3C-D8A4-EAA7-18DE-1B02D3E9129B}" dt="2025-12-28T13:29:24.454" v="100" actId="1076"/>
        <pc:sldMkLst>
          <pc:docMk/>
          <pc:sldMk cId="2650461619" sldId="263"/>
        </pc:sldMkLst>
        <pc:spChg chg="mod">
          <ac:chgData name="Baha Kırbaşoğlu" userId="S::kirbasoglu25@itu.edu.tr::57c24a7c-ee26-4d04-9d55-7fac6ee9d7c0" providerId="AD" clId="Web-{31B44E3C-D8A4-EAA7-18DE-1B02D3E9129B}" dt="2025-12-28T13:24:03.662" v="62" actId="1076"/>
          <ac:spMkLst>
            <pc:docMk/>
            <pc:sldMk cId="2650461619" sldId="263"/>
            <ac:spMk id="2" creationId="{08022703-2ABF-CC1D-F205-1591449602C4}"/>
          </ac:spMkLst>
        </pc:spChg>
        <pc:spChg chg="mod">
          <ac:chgData name="Baha Kırbaşoğlu" userId="S::kirbasoglu25@itu.edu.tr::57c24a7c-ee26-4d04-9d55-7fac6ee9d7c0" providerId="AD" clId="Web-{31B44E3C-D8A4-EAA7-18DE-1B02D3E9129B}" dt="2025-12-28T13:29:24.454" v="100" actId="1076"/>
          <ac:spMkLst>
            <pc:docMk/>
            <pc:sldMk cId="2650461619" sldId="263"/>
            <ac:spMk id="3" creationId="{3717D3BA-0805-E9B6-378E-BBB07456DD56}"/>
          </ac:spMkLst>
        </pc:spChg>
        <pc:picChg chg="add del mod">
          <ac:chgData name="Baha Kırbaşoğlu" userId="S::kirbasoglu25@itu.edu.tr::57c24a7c-ee26-4d04-9d55-7fac6ee9d7c0" providerId="AD" clId="Web-{31B44E3C-D8A4-EAA7-18DE-1B02D3E9129B}" dt="2025-12-28T13:24:04.209" v="65"/>
          <ac:picMkLst>
            <pc:docMk/>
            <pc:sldMk cId="2650461619" sldId="263"/>
            <ac:picMk id="4" creationId="{335F3A14-D09E-B80A-8FEA-BD68F7353090}"/>
          </ac:picMkLst>
        </pc:picChg>
      </pc:sldChg>
      <pc:sldChg chg="addSp modSp">
        <pc:chgData name="Baha Kırbaşoğlu" userId="S::kirbasoglu25@itu.edu.tr::57c24a7c-ee26-4d04-9d55-7fac6ee9d7c0" providerId="AD" clId="Web-{31B44E3C-D8A4-EAA7-18DE-1B02D3E9129B}" dt="2025-12-28T13:22:36.189" v="48" actId="1076"/>
        <pc:sldMkLst>
          <pc:docMk/>
          <pc:sldMk cId="1236463304" sldId="264"/>
        </pc:sldMkLst>
        <pc:spChg chg="mod">
          <ac:chgData name="Baha Kırbaşoğlu" userId="S::kirbasoglu25@itu.edu.tr::57c24a7c-ee26-4d04-9d55-7fac6ee9d7c0" providerId="AD" clId="Web-{31B44E3C-D8A4-EAA7-18DE-1B02D3E9129B}" dt="2025-12-28T13:21:51.373" v="43" actId="1076"/>
          <ac:spMkLst>
            <pc:docMk/>
            <pc:sldMk cId="1236463304" sldId="264"/>
            <ac:spMk id="2" creationId="{8D253B7D-A1EF-B7EB-39E8-4D105E25AFAC}"/>
          </ac:spMkLst>
        </pc:spChg>
        <pc:spChg chg="mod">
          <ac:chgData name="Baha Kırbaşoğlu" userId="S::kirbasoglu25@itu.edu.tr::57c24a7c-ee26-4d04-9d55-7fac6ee9d7c0" providerId="AD" clId="Web-{31B44E3C-D8A4-EAA7-18DE-1B02D3E9129B}" dt="2025-12-28T13:22:06.218" v="44" actId="1076"/>
          <ac:spMkLst>
            <pc:docMk/>
            <pc:sldMk cId="1236463304" sldId="264"/>
            <ac:spMk id="3" creationId="{FA2EE7DF-0A62-7A46-8419-1FA70FF20AE3}"/>
          </ac:spMkLst>
        </pc:spChg>
        <pc:picChg chg="add mod">
          <ac:chgData name="Baha Kırbaşoğlu" userId="S::kirbasoglu25@itu.edu.tr::57c24a7c-ee26-4d04-9d55-7fac6ee9d7c0" providerId="AD" clId="Web-{31B44E3C-D8A4-EAA7-18DE-1B02D3E9129B}" dt="2025-12-28T13:22:36.189" v="48" actId="1076"/>
          <ac:picMkLst>
            <pc:docMk/>
            <pc:sldMk cId="1236463304" sldId="264"/>
            <ac:picMk id="4" creationId="{918B5086-83F6-2484-056B-57764485C394}"/>
          </ac:picMkLst>
        </pc:picChg>
      </pc:sldChg>
      <pc:sldChg chg="modSp">
        <pc:chgData name="Baha Kırbaşoğlu" userId="S::kirbasoglu25@itu.edu.tr::57c24a7c-ee26-4d04-9d55-7fac6ee9d7c0" providerId="AD" clId="Web-{31B44E3C-D8A4-EAA7-18DE-1B02D3E9129B}" dt="2025-12-28T13:27:16.185" v="99" actId="1076"/>
        <pc:sldMkLst>
          <pc:docMk/>
          <pc:sldMk cId="3475658074" sldId="265"/>
        </pc:sldMkLst>
        <pc:spChg chg="mod">
          <ac:chgData name="Baha Kırbaşoğlu" userId="S::kirbasoglu25@itu.edu.tr::57c24a7c-ee26-4d04-9d55-7fac6ee9d7c0" providerId="AD" clId="Web-{31B44E3C-D8A4-EAA7-18DE-1B02D3E9129B}" dt="2025-12-28T13:27:16.185" v="99" actId="1076"/>
          <ac:spMkLst>
            <pc:docMk/>
            <pc:sldMk cId="3475658074" sldId="265"/>
            <ac:spMk id="3" creationId="{CCA9EB28-B3D4-DAF1-D3E3-2A1BE75FA3A3}"/>
          </ac:spMkLst>
        </pc:spChg>
      </pc:sldChg>
      <pc:sldChg chg="del">
        <pc:chgData name="Baha Kırbaşoğlu" userId="S::kirbasoglu25@itu.edu.tr::57c24a7c-ee26-4d04-9d55-7fac6ee9d7c0" providerId="AD" clId="Web-{31B44E3C-D8A4-EAA7-18DE-1B02D3E9129B}" dt="2025-12-28T13:26:43.496" v="97"/>
        <pc:sldMkLst>
          <pc:docMk/>
          <pc:sldMk cId="447450521" sldId="266"/>
        </pc:sldMkLst>
      </pc:sldChg>
      <pc:sldChg chg="del">
        <pc:chgData name="Baha Kırbaşoğlu" userId="S::kirbasoglu25@itu.edu.tr::57c24a7c-ee26-4d04-9d55-7fac6ee9d7c0" providerId="AD" clId="Web-{31B44E3C-D8A4-EAA7-18DE-1B02D3E9129B}" dt="2025-12-28T13:26:44.434" v="98"/>
        <pc:sldMkLst>
          <pc:docMk/>
          <pc:sldMk cId="854176444" sldId="269"/>
        </pc:sldMkLst>
      </pc:sldChg>
      <pc:sldChg chg="addSp delSp modSp">
        <pc:chgData name="Baha Kırbaşoğlu" userId="S::kirbasoglu25@itu.edu.tr::57c24a7c-ee26-4d04-9d55-7fac6ee9d7c0" providerId="AD" clId="Web-{31B44E3C-D8A4-EAA7-18DE-1B02D3E9129B}" dt="2025-12-28T13:25:17.712" v="80" actId="14100"/>
        <pc:sldMkLst>
          <pc:docMk/>
          <pc:sldMk cId="2635719386" sldId="270"/>
        </pc:sldMkLst>
        <pc:spChg chg="add del mod">
          <ac:chgData name="Baha Kırbaşoğlu" userId="S::kirbasoglu25@itu.edu.tr::57c24a7c-ee26-4d04-9d55-7fac6ee9d7c0" providerId="AD" clId="Web-{31B44E3C-D8A4-EAA7-18DE-1B02D3E9129B}" dt="2025-12-28T13:25:09.696" v="78"/>
          <ac:spMkLst>
            <pc:docMk/>
            <pc:sldMk cId="2635719386" sldId="270"/>
            <ac:spMk id="4" creationId="{87B8C86B-CC49-8F53-40E2-4008A7B1FA07}"/>
          </ac:spMkLst>
        </pc:spChg>
        <pc:spChg chg="mod">
          <ac:chgData name="Baha Kırbaşoğlu" userId="S::kirbasoglu25@itu.edu.tr::57c24a7c-ee26-4d04-9d55-7fac6ee9d7c0" providerId="AD" clId="Web-{31B44E3C-D8A4-EAA7-18DE-1B02D3E9129B}" dt="2025-12-28T13:25:17.712" v="80" actId="14100"/>
          <ac:spMkLst>
            <pc:docMk/>
            <pc:sldMk cId="2635719386" sldId="270"/>
            <ac:spMk id="9" creationId="{BA32ABFA-845B-696F-0538-2EDDDC05FBF4}"/>
          </ac:spMkLst>
        </pc:spChg>
        <pc:picChg chg="del">
          <ac:chgData name="Baha Kırbaşoğlu" userId="S::kirbasoglu25@itu.edu.tr::57c24a7c-ee26-4d04-9d55-7fac6ee9d7c0" providerId="AD" clId="Web-{31B44E3C-D8A4-EAA7-18DE-1B02D3E9129B}" dt="2025-12-28T13:25:06.852" v="76"/>
          <ac:picMkLst>
            <pc:docMk/>
            <pc:sldMk cId="2635719386" sldId="270"/>
            <ac:picMk id="5" creationId="{B4581890-453A-A5DE-EDB7-1F53378931C7}"/>
          </ac:picMkLst>
        </pc:picChg>
      </pc:sldChg>
      <pc:sldChg chg="addSp delSp modSp">
        <pc:chgData name="Baha Kırbaşoğlu" userId="S::kirbasoglu25@itu.edu.tr::57c24a7c-ee26-4d04-9d55-7fac6ee9d7c0" providerId="AD" clId="Web-{31B44E3C-D8A4-EAA7-18DE-1B02D3E9129B}" dt="2025-12-28T13:25:59.917" v="86" actId="1076"/>
        <pc:sldMkLst>
          <pc:docMk/>
          <pc:sldMk cId="3339182420" sldId="271"/>
        </pc:sldMkLst>
        <pc:spChg chg="add del mod">
          <ac:chgData name="Baha Kırbaşoğlu" userId="S::kirbasoglu25@itu.edu.tr::57c24a7c-ee26-4d04-9d55-7fac6ee9d7c0" providerId="AD" clId="Web-{31B44E3C-D8A4-EAA7-18DE-1B02D3E9129B}" dt="2025-12-28T13:25:43.744" v="82"/>
          <ac:spMkLst>
            <pc:docMk/>
            <pc:sldMk cId="3339182420" sldId="271"/>
            <ac:spMk id="4" creationId="{6837C3CF-7C3D-7F39-6AD2-47DAAFC172F6}"/>
          </ac:spMkLst>
        </pc:spChg>
        <pc:spChg chg="mod">
          <ac:chgData name="Baha Kırbaşoğlu" userId="S::kirbasoglu25@itu.edu.tr::57c24a7c-ee26-4d04-9d55-7fac6ee9d7c0" providerId="AD" clId="Web-{31B44E3C-D8A4-EAA7-18DE-1B02D3E9129B}" dt="2025-12-28T13:25:59.917" v="86" actId="1076"/>
          <ac:spMkLst>
            <pc:docMk/>
            <pc:sldMk cId="3339182420" sldId="271"/>
            <ac:spMk id="11" creationId="{91F795C0-D0E6-C79D-84AC-5ECCAA28136D}"/>
          </ac:spMkLst>
        </pc:spChg>
        <pc:picChg chg="del">
          <ac:chgData name="Baha Kırbaşoğlu" userId="S::kirbasoglu25@itu.edu.tr::57c24a7c-ee26-4d04-9d55-7fac6ee9d7c0" providerId="AD" clId="Web-{31B44E3C-D8A4-EAA7-18DE-1B02D3E9129B}" dt="2025-12-28T13:25:33.697" v="81"/>
          <ac:picMkLst>
            <pc:docMk/>
            <pc:sldMk cId="3339182420" sldId="271"/>
            <ac:picMk id="5" creationId="{C63D2910-085B-1456-BE47-2053A6242D1F}"/>
          </ac:picMkLst>
        </pc:picChg>
      </pc:sldChg>
      <pc:sldChg chg="delSp modSp">
        <pc:chgData name="Baha Kırbaşoğlu" userId="S::kirbasoglu25@itu.edu.tr::57c24a7c-ee26-4d04-9d55-7fac6ee9d7c0" providerId="AD" clId="Web-{31B44E3C-D8A4-EAA7-18DE-1B02D3E9129B}" dt="2025-12-28T13:26:29.730" v="96" actId="1076"/>
        <pc:sldMkLst>
          <pc:docMk/>
          <pc:sldMk cId="1041413330" sldId="272"/>
        </pc:sldMkLst>
        <pc:spChg chg="del">
          <ac:chgData name="Baha Kırbaşoğlu" userId="S::kirbasoglu25@itu.edu.tr::57c24a7c-ee26-4d04-9d55-7fac6ee9d7c0" providerId="AD" clId="Web-{31B44E3C-D8A4-EAA7-18DE-1B02D3E9129B}" dt="2025-12-28T13:26:10.636" v="89"/>
          <ac:spMkLst>
            <pc:docMk/>
            <pc:sldMk cId="1041413330" sldId="272"/>
            <ac:spMk id="8" creationId="{D6E47D71-54FC-764C-CD5E-43051EAB121D}"/>
          </ac:spMkLst>
        </pc:spChg>
        <pc:spChg chg="del">
          <ac:chgData name="Baha Kırbaşoğlu" userId="S::kirbasoglu25@itu.edu.tr::57c24a7c-ee26-4d04-9d55-7fac6ee9d7c0" providerId="AD" clId="Web-{31B44E3C-D8A4-EAA7-18DE-1B02D3E9129B}" dt="2025-12-28T13:26:09.448" v="88"/>
          <ac:spMkLst>
            <pc:docMk/>
            <pc:sldMk cId="1041413330" sldId="272"/>
            <ac:spMk id="11" creationId="{BB9DBEB1-2E5B-BB9E-230F-2D6B90B8160C}"/>
          </ac:spMkLst>
        </pc:spChg>
        <pc:spChg chg="mod">
          <ac:chgData name="Baha Kırbaşoğlu" userId="S::kirbasoglu25@itu.edu.tr::57c24a7c-ee26-4d04-9d55-7fac6ee9d7c0" providerId="AD" clId="Web-{31B44E3C-D8A4-EAA7-18DE-1B02D3E9129B}" dt="2025-12-28T13:26:29.730" v="96" actId="1076"/>
          <ac:spMkLst>
            <pc:docMk/>
            <pc:sldMk cId="1041413330" sldId="272"/>
            <ac:spMk id="14" creationId="{E1362748-1322-BC82-5B89-1A9C552BD582}"/>
          </ac:spMkLst>
        </pc:spChg>
        <pc:picChg chg="del">
          <ac:chgData name="Baha Kırbaşoğlu" userId="S::kirbasoglu25@itu.edu.tr::57c24a7c-ee26-4d04-9d55-7fac6ee9d7c0" providerId="AD" clId="Web-{31B44E3C-D8A4-EAA7-18DE-1B02D3E9129B}" dt="2025-12-28T13:26:11.542" v="91"/>
          <ac:picMkLst>
            <pc:docMk/>
            <pc:sldMk cId="1041413330" sldId="272"/>
            <ac:picMk id="5" creationId="{504BCC74-5635-D93A-1A4F-626AE99F329C}"/>
          </ac:picMkLst>
        </pc:picChg>
        <pc:picChg chg="del">
          <ac:chgData name="Baha Kırbaşoğlu" userId="S::kirbasoglu25@itu.edu.tr::57c24a7c-ee26-4d04-9d55-7fac6ee9d7c0" providerId="AD" clId="Web-{31B44E3C-D8A4-EAA7-18DE-1B02D3E9129B}" dt="2025-12-28T13:26:11.089" v="90"/>
          <ac:picMkLst>
            <pc:docMk/>
            <pc:sldMk cId="1041413330" sldId="272"/>
            <ac:picMk id="7" creationId="{4CCF2636-AD9D-E8A2-815C-822F30CB26A9}"/>
          </ac:picMkLst>
        </pc:picChg>
        <pc:picChg chg="del">
          <ac:chgData name="Baha Kırbaşoğlu" userId="S::kirbasoglu25@itu.edu.tr::57c24a7c-ee26-4d04-9d55-7fac6ee9d7c0" providerId="AD" clId="Web-{31B44E3C-D8A4-EAA7-18DE-1B02D3E9129B}" dt="2025-12-28T13:26:07.230" v="87"/>
          <ac:picMkLst>
            <pc:docMk/>
            <pc:sldMk cId="1041413330" sldId="272"/>
            <ac:picMk id="10" creationId="{56EB63B7-AEA9-9066-AEF7-2036CCA97013}"/>
          </ac:picMkLst>
        </pc:picChg>
        <pc:picChg chg="del">
          <ac:chgData name="Baha Kırbaşoğlu" userId="S::kirbasoglu25@itu.edu.tr::57c24a7c-ee26-4d04-9d55-7fac6ee9d7c0" providerId="AD" clId="Web-{31B44E3C-D8A4-EAA7-18DE-1B02D3E9129B}" dt="2025-12-28T13:26:12.949" v="92"/>
          <ac:picMkLst>
            <pc:docMk/>
            <pc:sldMk cId="1041413330" sldId="272"/>
            <ac:picMk id="16" creationId="{1D35ADEE-9F92-70AA-A82E-F3F43C5A0C1F}"/>
          </ac:picMkLst>
        </pc:picChg>
        <pc:picChg chg="del">
          <ac:chgData name="Baha Kırbaşoğlu" userId="S::kirbasoglu25@itu.edu.tr::57c24a7c-ee26-4d04-9d55-7fac6ee9d7c0" providerId="AD" clId="Web-{31B44E3C-D8A4-EAA7-18DE-1B02D3E9129B}" dt="2025-12-28T13:26:14.527" v="93"/>
          <ac:picMkLst>
            <pc:docMk/>
            <pc:sldMk cId="1041413330" sldId="272"/>
            <ac:picMk id="18" creationId="{24550D0F-79C9-AF1D-05F0-3C0A74353FF2}"/>
          </ac:picMkLst>
        </pc:picChg>
      </pc:sldChg>
      <pc:sldChg chg="addSp delSp modSp">
        <pc:chgData name="Baha Kırbaşoğlu" userId="S::kirbasoglu25@itu.edu.tr::57c24a7c-ee26-4d04-9d55-7fac6ee9d7c0" providerId="AD" clId="Web-{31B44E3C-D8A4-EAA7-18DE-1B02D3E9129B}" dt="2025-12-28T13:20:51.869" v="34" actId="1076"/>
        <pc:sldMkLst>
          <pc:docMk/>
          <pc:sldMk cId="3852134051" sldId="273"/>
        </pc:sldMkLst>
        <pc:spChg chg="mod">
          <ac:chgData name="Baha Kırbaşoğlu" userId="S::kirbasoglu25@itu.edu.tr::57c24a7c-ee26-4d04-9d55-7fac6ee9d7c0" providerId="AD" clId="Web-{31B44E3C-D8A4-EAA7-18DE-1B02D3E9129B}" dt="2025-12-28T13:20:51.869" v="34" actId="1076"/>
          <ac:spMkLst>
            <pc:docMk/>
            <pc:sldMk cId="3852134051" sldId="273"/>
            <ac:spMk id="2" creationId="{1072F714-6A32-E3EF-1CAC-CB27081D73E2}"/>
          </ac:spMkLst>
        </pc:spChg>
        <pc:spChg chg="add">
          <ac:chgData name="Baha Kırbaşoğlu" userId="S::kirbasoglu25@itu.edu.tr::57c24a7c-ee26-4d04-9d55-7fac6ee9d7c0" providerId="AD" clId="Web-{31B44E3C-D8A4-EAA7-18DE-1B02D3E9129B}" dt="2025-12-28T13:20:08.584" v="26"/>
          <ac:spMkLst>
            <pc:docMk/>
            <pc:sldMk cId="3852134051" sldId="273"/>
            <ac:spMk id="4" creationId="{96D0F8DE-33BA-1A3C-53EA-7F0DCE98600C}"/>
          </ac:spMkLst>
        </pc:spChg>
        <pc:spChg chg="mod">
          <ac:chgData name="Baha Kırbaşoğlu" userId="S::kirbasoglu25@itu.edu.tr::57c24a7c-ee26-4d04-9d55-7fac6ee9d7c0" providerId="AD" clId="Web-{31B44E3C-D8A4-EAA7-18DE-1B02D3E9129B}" dt="2025-12-28T13:19:53.801" v="23" actId="1076"/>
          <ac:spMkLst>
            <pc:docMk/>
            <pc:sldMk cId="3852134051" sldId="273"/>
            <ac:spMk id="8" creationId="{1CCAEB28-5087-2C2B-BE83-0D224FA10F3F}"/>
          </ac:spMkLst>
        </pc:spChg>
        <pc:spChg chg="del">
          <ac:chgData name="Baha Kırbaşoğlu" userId="S::kirbasoglu25@itu.edu.tr::57c24a7c-ee26-4d04-9d55-7fac6ee9d7c0" providerId="AD" clId="Web-{31B44E3C-D8A4-EAA7-18DE-1B02D3E9129B}" dt="2025-12-28T13:19:02.533" v="22"/>
          <ac:spMkLst>
            <pc:docMk/>
            <pc:sldMk cId="3852134051" sldId="273"/>
            <ac:spMk id="9" creationId="{4C6FFF27-6423-84E5-16D5-764B81955994}"/>
          </ac:spMkLst>
        </pc:spChg>
      </pc:sldChg>
      <pc:sldChg chg="addSp delSp modSp">
        <pc:chgData name="Baha Kırbaşoğlu" userId="S::kirbasoglu25@itu.edu.tr::57c24a7c-ee26-4d04-9d55-7fac6ee9d7c0" providerId="AD" clId="Web-{31B44E3C-D8A4-EAA7-18DE-1B02D3E9129B}" dt="2025-12-28T13:21:20.199" v="42" actId="1076"/>
        <pc:sldMkLst>
          <pc:docMk/>
          <pc:sldMk cId="95565266" sldId="274"/>
        </pc:sldMkLst>
        <pc:spChg chg="add">
          <ac:chgData name="Baha Kırbaşoğlu" userId="S::kirbasoglu25@itu.edu.tr::57c24a7c-ee26-4d04-9d55-7fac6ee9d7c0" providerId="AD" clId="Web-{31B44E3C-D8A4-EAA7-18DE-1B02D3E9129B}" dt="2025-12-28T13:20:10.037" v="27"/>
          <ac:spMkLst>
            <pc:docMk/>
            <pc:sldMk cId="95565266" sldId="274"/>
            <ac:spMk id="4" creationId="{310DDD6F-CA35-A6D2-AA5B-B76BE48688BF}"/>
          </ac:spMkLst>
        </pc:spChg>
        <pc:spChg chg="add mod">
          <ac:chgData name="Baha Kırbaşoğlu" userId="S::kirbasoglu25@itu.edu.tr::57c24a7c-ee26-4d04-9d55-7fac6ee9d7c0" providerId="AD" clId="Web-{31B44E3C-D8A4-EAA7-18DE-1B02D3E9129B}" dt="2025-12-28T13:21:15.261" v="39" actId="14100"/>
          <ac:spMkLst>
            <pc:docMk/>
            <pc:sldMk cId="95565266" sldId="274"/>
            <ac:spMk id="5" creationId="{63842417-A8A3-BF55-1D7D-0188C70748E9}"/>
          </ac:spMkLst>
        </pc:spChg>
        <pc:spChg chg="add del mod">
          <ac:chgData name="Baha Kırbaşoğlu" userId="S::kirbasoglu25@itu.edu.tr::57c24a7c-ee26-4d04-9d55-7fac6ee9d7c0" providerId="AD" clId="Web-{31B44E3C-D8A4-EAA7-18DE-1B02D3E9129B}" dt="2025-12-28T13:20:26.663" v="32"/>
          <ac:spMkLst>
            <pc:docMk/>
            <pc:sldMk cId="95565266" sldId="274"/>
            <ac:spMk id="6" creationId="{ED53FEAD-D2D4-CF2A-E8DE-2F198BF53FE7}"/>
          </ac:spMkLst>
        </pc:spChg>
        <pc:spChg chg="del">
          <ac:chgData name="Baha Kırbaşoğlu" userId="S::kirbasoglu25@itu.edu.tr::57c24a7c-ee26-4d04-9d55-7fac6ee9d7c0" providerId="AD" clId="Web-{31B44E3C-D8A4-EAA7-18DE-1B02D3E9129B}" dt="2025-12-28T13:19:59.426" v="24"/>
          <ac:spMkLst>
            <pc:docMk/>
            <pc:sldMk cId="95565266" sldId="274"/>
            <ac:spMk id="16" creationId="{E9956C33-5889-4106-EB4C-7F5B4F611E24}"/>
          </ac:spMkLst>
        </pc:spChg>
        <pc:picChg chg="add mod">
          <ac:chgData name="Baha Kırbaşoğlu" userId="S::kirbasoglu25@itu.edu.tr::57c24a7c-ee26-4d04-9d55-7fac6ee9d7c0" providerId="AD" clId="Web-{31B44E3C-D8A4-EAA7-18DE-1B02D3E9129B}" dt="2025-12-28T13:21:20.199" v="42" actId="1076"/>
          <ac:picMkLst>
            <pc:docMk/>
            <pc:sldMk cId="95565266" sldId="274"/>
            <ac:picMk id="7" creationId="{C04ED362-CE50-8B31-7E2B-B0FE469F47DB}"/>
          </ac:picMkLst>
        </pc:picChg>
        <pc:picChg chg="del">
          <ac:chgData name="Baha Kırbaşoğlu" userId="S::kirbasoglu25@itu.edu.tr::57c24a7c-ee26-4d04-9d55-7fac6ee9d7c0" providerId="AD" clId="Web-{31B44E3C-D8A4-EAA7-18DE-1B02D3E9129B}" dt="2025-12-28T13:20:00.239" v="25"/>
          <ac:picMkLst>
            <pc:docMk/>
            <pc:sldMk cId="95565266" sldId="274"/>
            <ac:picMk id="17" creationId="{5F1AB9D5-68C9-3F98-4B47-B8188A7D9F81}"/>
          </ac:picMkLst>
        </pc:picChg>
      </pc:sldChg>
      <pc:sldChg chg="addSp delSp modSp new">
        <pc:chgData name="Baha Kırbaşoğlu" userId="S::kirbasoglu25@itu.edu.tr::57c24a7c-ee26-4d04-9d55-7fac6ee9d7c0" providerId="AD" clId="Web-{31B44E3C-D8A4-EAA7-18DE-1B02D3E9129B}" dt="2025-12-28T13:24:23.304" v="72" actId="14100"/>
        <pc:sldMkLst>
          <pc:docMk/>
          <pc:sldMk cId="4231301943" sldId="275"/>
        </pc:sldMkLst>
        <pc:spChg chg="del">
          <ac:chgData name="Baha Kırbaşoğlu" userId="S::kirbasoglu25@itu.edu.tr::57c24a7c-ee26-4d04-9d55-7fac6ee9d7c0" providerId="AD" clId="Web-{31B44E3C-D8A4-EAA7-18DE-1B02D3E9129B}" dt="2025-12-28T13:24:13.928" v="68"/>
          <ac:spMkLst>
            <pc:docMk/>
            <pc:sldMk cId="4231301943" sldId="275"/>
            <ac:spMk id="2" creationId="{452E58A7-9719-C693-C86C-BD23165B2AB0}"/>
          </ac:spMkLst>
        </pc:spChg>
        <pc:spChg chg="del">
          <ac:chgData name="Baha Kırbaşoğlu" userId="S::kirbasoglu25@itu.edu.tr::57c24a7c-ee26-4d04-9d55-7fac6ee9d7c0" providerId="AD" clId="Web-{31B44E3C-D8A4-EAA7-18DE-1B02D3E9129B}" dt="2025-12-28T13:24:15.803" v="69"/>
          <ac:spMkLst>
            <pc:docMk/>
            <pc:sldMk cId="4231301943" sldId="275"/>
            <ac:spMk id="3" creationId="{1CF880B8-A6C7-554D-E322-7BD64CAECB69}"/>
          </ac:spMkLst>
        </pc:spChg>
        <pc:picChg chg="add mod">
          <ac:chgData name="Baha Kırbaşoğlu" userId="S::kirbasoglu25@itu.edu.tr::57c24a7c-ee26-4d04-9d55-7fac6ee9d7c0" providerId="AD" clId="Web-{31B44E3C-D8A4-EAA7-18DE-1B02D3E9129B}" dt="2025-12-28T13:24:23.304" v="72" actId="14100"/>
          <ac:picMkLst>
            <pc:docMk/>
            <pc:sldMk cId="4231301943" sldId="275"/>
            <ac:picMk id="4" creationId="{4EC10B27-3520-500D-65E8-B5682CB37F37}"/>
          </ac:picMkLst>
        </pc:picChg>
      </pc:sldChg>
    </pc:docChg>
  </pc:docChgLst>
  <pc:docChgLst>
    <pc:chgData name="Baha Kırbaşoğlu" userId="S::kirbasoglu25@itu.edu.tr::57c24a7c-ee26-4d04-9d55-7fac6ee9d7c0" providerId="AD" clId="Web-{CF85CFCC-8769-73BA-ABB9-BDAAC008999C}"/>
    <pc:docChg chg="modSld">
      <pc:chgData name="Baha Kırbaşoğlu" userId="S::kirbasoglu25@itu.edu.tr::57c24a7c-ee26-4d04-9d55-7fac6ee9d7c0" providerId="AD" clId="Web-{CF85CFCC-8769-73BA-ABB9-BDAAC008999C}" dt="2025-12-23T21:48:06.079" v="1" actId="14100"/>
      <pc:docMkLst>
        <pc:docMk/>
      </pc:docMkLst>
      <pc:sldChg chg="modSp">
        <pc:chgData name="Baha Kırbaşoğlu" userId="S::kirbasoglu25@itu.edu.tr::57c24a7c-ee26-4d04-9d55-7fac6ee9d7c0" providerId="AD" clId="Web-{CF85CFCC-8769-73BA-ABB9-BDAAC008999C}" dt="2025-12-23T21:48:06.079" v="1" actId="14100"/>
        <pc:sldMkLst>
          <pc:docMk/>
          <pc:sldMk cId="2650461619" sldId="263"/>
        </pc:sldMkLst>
        <pc:spChg chg="mod">
          <ac:chgData name="Baha Kırbaşoğlu" userId="S::kirbasoglu25@itu.edu.tr::57c24a7c-ee26-4d04-9d55-7fac6ee9d7c0" providerId="AD" clId="Web-{CF85CFCC-8769-73BA-ABB9-BDAAC008999C}" dt="2025-12-23T21:48:06.079" v="1" actId="14100"/>
          <ac:spMkLst>
            <pc:docMk/>
            <pc:sldMk cId="2650461619" sldId="263"/>
            <ac:spMk id="3" creationId="{3717D3BA-0805-E9B6-378E-BBB07456DD56}"/>
          </ac:spMkLst>
        </pc:spChg>
      </pc:sldChg>
    </pc:docChg>
  </pc:docChgLst>
  <pc:docChgLst>
    <pc:chgData name="Baha Kırbaşoğlu" userId="S::kirbasoglu25@itu.edu.tr::57c24a7c-ee26-4d04-9d55-7fac6ee9d7c0" providerId="AD" clId="Web-{AF113630-3DF4-3FC2-AFFA-2E877ED4E6C5}"/>
    <pc:docChg chg="modSld">
      <pc:chgData name="Baha Kırbaşoğlu" userId="S::kirbasoglu25@itu.edu.tr::57c24a7c-ee26-4d04-9d55-7fac6ee9d7c0" providerId="AD" clId="Web-{AF113630-3DF4-3FC2-AFFA-2E877ED4E6C5}" dt="2025-12-04T19:32:42.003" v="3" actId="1076"/>
      <pc:docMkLst>
        <pc:docMk/>
      </pc:docMkLst>
      <pc:sldChg chg="addSp modSp">
        <pc:chgData name="Baha Kırbaşoğlu" userId="S::kirbasoglu25@itu.edu.tr::57c24a7c-ee26-4d04-9d55-7fac6ee9d7c0" providerId="AD" clId="Web-{AF113630-3DF4-3FC2-AFFA-2E877ED4E6C5}" dt="2025-12-04T19:32:42.003" v="3" actId="1076"/>
        <pc:sldMkLst>
          <pc:docMk/>
          <pc:sldMk cId="1236463304" sldId="264"/>
        </pc:sldMkLst>
      </pc:sldChg>
    </pc:docChg>
  </pc:docChgLst>
  <pc:docChgLst>
    <pc:chgData name="Baha Kırbaşoğlu" userId="S::kirbasoglu25@itu.edu.tr::57c24a7c-ee26-4d04-9d55-7fac6ee9d7c0" providerId="AD" clId="Web-{97901B76-F61E-2543-EC3D-949017F0951A}"/>
    <pc:docChg chg="addSld">
      <pc:chgData name="Baha Kırbaşoğlu" userId="S::kirbasoglu25@itu.edu.tr::57c24a7c-ee26-4d04-9d55-7fac6ee9d7c0" providerId="AD" clId="Web-{97901B76-F61E-2543-EC3D-949017F0951A}" dt="2025-12-04T17:16:45.046" v="0"/>
      <pc:docMkLst>
        <pc:docMk/>
      </pc:docMkLst>
      <pc:sldChg chg="new">
        <pc:chgData name="Baha Kırbaşoğlu" userId="S::kirbasoglu25@itu.edu.tr::57c24a7c-ee26-4d04-9d55-7fac6ee9d7c0" providerId="AD" clId="Web-{97901B76-F61E-2543-EC3D-949017F0951A}" dt="2025-12-04T17:16:45.046" v="0"/>
        <pc:sldMkLst>
          <pc:docMk/>
          <pc:sldMk cId="3079194145" sldId="257"/>
        </pc:sldMkLst>
      </pc:sldChg>
    </pc:docChg>
  </pc:docChgLst>
  <pc:docChgLst>
    <pc:chgData name="Baha Kırbaşoğlu" userId="S::kirbasoglu25@itu.edu.tr::57c24a7c-ee26-4d04-9d55-7fac6ee9d7c0" providerId="AD" clId="Web-{CDC7A5FE-C8F1-EBB2-A876-0B82F0FE1F09}"/>
    <pc:docChg chg="modSld">
      <pc:chgData name="Baha Kırbaşoğlu" userId="S::kirbasoglu25@itu.edu.tr::57c24a7c-ee26-4d04-9d55-7fac6ee9d7c0" providerId="AD" clId="Web-{CDC7A5FE-C8F1-EBB2-A876-0B82F0FE1F09}" dt="2025-12-23T21:48:23.841" v="0" actId="1076"/>
      <pc:docMkLst>
        <pc:docMk/>
      </pc:docMkLst>
      <pc:sldChg chg="modSp">
        <pc:chgData name="Baha Kırbaşoğlu" userId="S::kirbasoglu25@itu.edu.tr::57c24a7c-ee26-4d04-9d55-7fac6ee9d7c0" providerId="AD" clId="Web-{CDC7A5FE-C8F1-EBB2-A876-0B82F0FE1F09}" dt="2025-12-23T21:48:23.841" v="0" actId="1076"/>
        <pc:sldMkLst>
          <pc:docMk/>
          <pc:sldMk cId="2650461619" sldId="263"/>
        </pc:sldMkLst>
        <pc:spChg chg="mod">
          <ac:chgData name="Baha Kırbaşoğlu" userId="S::kirbasoglu25@itu.edu.tr::57c24a7c-ee26-4d04-9d55-7fac6ee9d7c0" providerId="AD" clId="Web-{CDC7A5FE-C8F1-EBB2-A876-0B82F0FE1F09}" dt="2025-12-23T21:48:23.841" v="0" actId="1076"/>
          <ac:spMkLst>
            <pc:docMk/>
            <pc:sldMk cId="2650461619" sldId="263"/>
            <ac:spMk id="3" creationId="{3717D3BA-0805-E9B6-378E-BBB07456DD56}"/>
          </ac:spMkLst>
        </pc:spChg>
      </pc:sldChg>
    </pc:docChg>
  </pc:docChgLst>
  <pc:docChgLst>
    <pc:chgData clId="Web-{31B44E3C-D8A4-EAA7-18DE-1B02D3E9129B}"/>
    <pc:docChg chg="modSld">
      <pc:chgData name="" userId="" providerId="" clId="Web-{31B44E3C-D8A4-EAA7-18DE-1B02D3E9129B}" dt="2025-12-28T13:15:42.040" v="1" actId="1076"/>
      <pc:docMkLst>
        <pc:docMk/>
      </pc:docMkLst>
      <pc:sldChg chg="modSp">
        <pc:chgData name="" userId="" providerId="" clId="Web-{31B44E3C-D8A4-EAA7-18DE-1B02D3E9129B}" dt="2025-12-28T13:15:42.040" v="1" actId="1076"/>
        <pc:sldMkLst>
          <pc:docMk/>
          <pc:sldMk cId="1674425800" sldId="256"/>
        </pc:sldMkLst>
        <pc:spChg chg="mod">
          <ac:chgData name="" userId="" providerId="" clId="Web-{31B44E3C-D8A4-EAA7-18DE-1B02D3E9129B}" dt="2025-12-28T13:15:42.040" v="1" actId="1076"/>
          <ac:spMkLst>
            <pc:docMk/>
            <pc:sldMk cId="1674425800" sldId="256"/>
            <ac:spMk id="5" creationId="{8AD49CDD-B03B-3BEC-BD94-9DB6545F916D}"/>
          </ac:spMkLst>
        </pc:spChg>
      </pc:sldChg>
    </pc:docChg>
  </pc:docChgLst>
  <pc:docChgLst>
    <pc:chgData name="Baha Kırbaşoğlu" userId="S::kirbasoglu25@itu.edu.tr::57c24a7c-ee26-4d04-9d55-7fac6ee9d7c0" providerId="AD" clId="Web-{1E4E3C5F-D3B8-2543-E866-3A66FD22D359}"/>
    <pc:docChg chg="modSld">
      <pc:chgData name="Baha Kırbaşoğlu" userId="S::kirbasoglu25@itu.edu.tr::57c24a7c-ee26-4d04-9d55-7fac6ee9d7c0" providerId="AD" clId="Web-{1E4E3C5F-D3B8-2543-E866-3A66FD22D359}" dt="2025-12-03T18:24:17.990" v="9" actId="1076"/>
      <pc:docMkLst>
        <pc:docMk/>
      </pc:docMkLst>
      <pc:sldChg chg="delSp modSp">
        <pc:chgData name="Baha Kırbaşoğlu" userId="S::kirbasoglu25@itu.edu.tr::57c24a7c-ee26-4d04-9d55-7fac6ee9d7c0" providerId="AD" clId="Web-{1E4E3C5F-D3B8-2543-E866-3A66FD22D359}" dt="2025-12-03T18:24:17.990" v="9" actId="1076"/>
        <pc:sldMkLst>
          <pc:docMk/>
          <pc:sldMk cId="1674425800" sldId="256"/>
        </pc:sldMkLst>
      </pc:sldChg>
    </pc:docChg>
  </pc:docChgLst>
  <pc:docChgLst>
    <pc:chgData name="Baha Kırbaşoğlu" userId="S::kirbasoglu25@itu.edu.tr::57c24a7c-ee26-4d04-9d55-7fac6ee9d7c0" providerId="AD" clId="Web-{314FA8BC-7DA3-9012-7252-B8C614D076A2}"/>
    <pc:docChg chg="mod addSld modSld addMainMaster delMainMaster">
      <pc:chgData name="Baha Kırbaşoğlu" userId="S::kirbasoglu25@itu.edu.tr::57c24a7c-ee26-4d04-9d55-7fac6ee9d7c0" providerId="AD" clId="Web-{314FA8BC-7DA3-9012-7252-B8C614D076A2}" dt="2025-12-04T18:33:49.875" v="124" actId="1076"/>
      <pc:docMkLst>
        <pc:docMk/>
      </pc:docMkLst>
      <pc:sldChg chg="addSp delSp modSp mod modClrScheme chgLayout">
        <pc:chgData name="Baha Kırbaşoğlu" userId="S::kirbasoglu25@itu.edu.tr::57c24a7c-ee26-4d04-9d55-7fac6ee9d7c0" providerId="AD" clId="Web-{314FA8BC-7DA3-9012-7252-B8C614D076A2}" dt="2025-12-04T17:39:38.852" v="40" actId="1076"/>
        <pc:sldMkLst>
          <pc:docMk/>
          <pc:sldMk cId="1674425800" sldId="256"/>
        </pc:sldMkLst>
        <pc:spChg chg="add mod">
          <ac:chgData name="Baha Kırbaşoğlu" userId="S::kirbasoglu25@itu.edu.tr::57c24a7c-ee26-4d04-9d55-7fac6ee9d7c0" providerId="AD" clId="Web-{314FA8BC-7DA3-9012-7252-B8C614D076A2}" dt="2025-12-04T17:39:01.679" v="36" actId="1076"/>
          <ac:spMkLst>
            <pc:docMk/>
            <pc:sldMk cId="1674425800" sldId="256"/>
            <ac:spMk id="5" creationId="{8AD49CDD-B03B-3BEC-BD94-9DB6545F916D}"/>
          </ac:spMkLst>
        </pc:spChg>
        <pc:spChg chg="add mod">
          <ac:chgData name="Baha Kırbaşoğlu" userId="S::kirbasoglu25@itu.edu.tr::57c24a7c-ee26-4d04-9d55-7fac6ee9d7c0" providerId="AD" clId="Web-{314FA8BC-7DA3-9012-7252-B8C614D076A2}" dt="2025-12-04T17:39:13.117" v="38" actId="1076"/>
          <ac:spMkLst>
            <pc:docMk/>
            <pc:sldMk cId="1674425800" sldId="256"/>
            <ac:spMk id="7" creationId="{98E71BB9-4DD1-A291-B681-07915C62853C}"/>
          </ac:spMkLst>
        </pc:spChg>
        <pc:spChg chg="add mod">
          <ac:chgData name="Baha Kırbaşoğlu" userId="S::kirbasoglu25@itu.edu.tr::57c24a7c-ee26-4d04-9d55-7fac6ee9d7c0" providerId="AD" clId="Web-{314FA8BC-7DA3-9012-7252-B8C614D076A2}" dt="2025-12-04T17:38:17.256" v="29" actId="1076"/>
          <ac:spMkLst>
            <pc:docMk/>
            <pc:sldMk cId="1674425800" sldId="256"/>
            <ac:spMk id="8" creationId="{77336C1C-4187-5603-350D-D41764181AC5}"/>
          </ac:spMkLst>
        </pc:spChg>
      </pc:sldChg>
      <pc:sldChg chg="addSp delSp modSp mod modClrScheme chgLayout">
        <pc:chgData name="Baha Kırbaşoğlu" userId="S::kirbasoglu25@itu.edu.tr::57c24a7c-ee26-4d04-9d55-7fac6ee9d7c0" providerId="AD" clId="Web-{314FA8BC-7DA3-9012-7252-B8C614D076A2}" dt="2025-12-04T18:12:38.306" v="73" actId="1076"/>
        <pc:sldMkLst>
          <pc:docMk/>
          <pc:sldMk cId="3079194145" sldId="257"/>
        </pc:sldMkLst>
        <pc:spChg chg="mod ord">
          <ac:chgData name="Baha Kırbaşoğlu" userId="S::kirbasoglu25@itu.edu.tr::57c24a7c-ee26-4d04-9d55-7fac6ee9d7c0" providerId="AD" clId="Web-{314FA8BC-7DA3-9012-7252-B8C614D076A2}" dt="2025-12-04T18:12:38.306" v="73" actId="1076"/>
          <ac:spMkLst>
            <pc:docMk/>
            <pc:sldMk cId="3079194145" sldId="257"/>
            <ac:spMk id="2" creationId="{816E67C6-A165-7275-7C44-E0755ACC22E1}"/>
          </ac:spMkLst>
        </pc:spChg>
        <pc:spChg chg="add mod">
          <ac:chgData name="Baha Kırbaşoğlu" userId="S::kirbasoglu25@itu.edu.tr::57c24a7c-ee26-4d04-9d55-7fac6ee9d7c0" providerId="AD" clId="Web-{314FA8BC-7DA3-9012-7252-B8C614D076A2}" dt="2025-12-04T17:38:13.006" v="28" actId="1076"/>
          <ac:spMkLst>
            <pc:docMk/>
            <pc:sldMk cId="3079194145" sldId="257"/>
            <ac:spMk id="5" creationId="{395A68D6-78A4-B59E-2E46-AD238D7DAA44}"/>
          </ac:spMkLst>
        </pc:spChg>
      </pc:sldChg>
      <pc:sldChg chg="addSp modSp new">
        <pc:chgData name="Baha Kırbaşoğlu" userId="S::kirbasoglu25@itu.edu.tr::57c24a7c-ee26-4d04-9d55-7fac6ee9d7c0" providerId="AD" clId="Web-{314FA8BC-7DA3-9012-7252-B8C614D076A2}" dt="2025-12-04T18:14:05.887" v="79" actId="1076"/>
        <pc:sldMkLst>
          <pc:docMk/>
          <pc:sldMk cId="4123990316" sldId="258"/>
        </pc:sldMkLst>
        <pc:spChg chg="mod">
          <ac:chgData name="Baha Kırbaşoğlu" userId="S::kirbasoglu25@itu.edu.tr::57c24a7c-ee26-4d04-9d55-7fac6ee9d7c0" providerId="AD" clId="Web-{314FA8BC-7DA3-9012-7252-B8C614D076A2}" dt="2025-12-04T18:02:20.516" v="66" actId="1076"/>
          <ac:spMkLst>
            <pc:docMk/>
            <pc:sldMk cId="4123990316" sldId="258"/>
            <ac:spMk id="2" creationId="{40A26092-6852-2DDE-4D85-0C7F839966EE}"/>
          </ac:spMkLst>
        </pc:spChg>
        <pc:spChg chg="mod">
          <ac:chgData name="Baha Kırbaşoğlu" userId="S::kirbasoglu25@itu.edu.tr::57c24a7c-ee26-4d04-9d55-7fac6ee9d7c0" providerId="AD" clId="Web-{314FA8BC-7DA3-9012-7252-B8C614D076A2}" dt="2025-12-04T18:02:24.235" v="67" actId="1076"/>
          <ac:spMkLst>
            <pc:docMk/>
            <pc:sldMk cId="4123990316" sldId="258"/>
            <ac:spMk id="3" creationId="{F6F1B5C5-CF17-E149-B295-133B4AD41788}"/>
          </ac:spMkLst>
        </pc:spChg>
        <pc:spChg chg="add">
          <ac:chgData name="Baha Kırbaşoğlu" userId="S::kirbasoglu25@itu.edu.tr::57c24a7c-ee26-4d04-9d55-7fac6ee9d7c0" providerId="AD" clId="Web-{314FA8BC-7DA3-9012-7252-B8C614D076A2}" dt="2025-12-04T17:38:19.756" v="30"/>
          <ac:spMkLst>
            <pc:docMk/>
            <pc:sldMk cId="4123990316" sldId="258"/>
            <ac:spMk id="5" creationId="{8572FC02-D07A-3897-1708-EDD9CF3032C7}"/>
          </ac:spMkLst>
        </pc:spChg>
      </pc:sldChg>
      <pc:sldChg chg="addSp delSp modSp new">
        <pc:chgData name="Baha Kırbaşoğlu" userId="S::kirbasoglu25@itu.edu.tr::57c24a7c-ee26-4d04-9d55-7fac6ee9d7c0" providerId="AD" clId="Web-{314FA8BC-7DA3-9012-7252-B8C614D076A2}" dt="2025-12-04T18:26:41.379" v="91" actId="1076"/>
        <pc:sldMkLst>
          <pc:docMk/>
          <pc:sldMk cId="3145578788" sldId="259"/>
        </pc:sldMkLst>
        <pc:spChg chg="mod">
          <ac:chgData name="Baha Kırbaşoğlu" userId="S::kirbasoglu25@itu.edu.tr::57c24a7c-ee26-4d04-9d55-7fac6ee9d7c0" providerId="AD" clId="Web-{314FA8BC-7DA3-9012-7252-B8C614D076A2}" dt="2025-12-04T18:25:27.578" v="82" actId="1076"/>
          <ac:spMkLst>
            <pc:docMk/>
            <pc:sldMk cId="3145578788" sldId="259"/>
            <ac:spMk id="2" creationId="{F4FCD5AA-8824-F769-8222-368CCAD74ED7}"/>
          </ac:spMkLst>
        </pc:spChg>
        <pc:spChg chg="add">
          <ac:chgData name="Baha Kırbaşoğlu" userId="S::kirbasoglu25@itu.edu.tr::57c24a7c-ee26-4d04-9d55-7fac6ee9d7c0" providerId="AD" clId="Web-{314FA8BC-7DA3-9012-7252-B8C614D076A2}" dt="2025-12-04T17:38:25.116" v="31"/>
          <ac:spMkLst>
            <pc:docMk/>
            <pc:sldMk cId="3145578788" sldId="259"/>
            <ac:spMk id="5" creationId="{B808BB45-9D55-6934-AAB2-FDF7EF31BED7}"/>
          </ac:spMkLst>
        </pc:spChg>
      </pc:sldChg>
      <pc:sldChg chg="addSp modSp new">
        <pc:chgData name="Baha Kırbaşoğlu" userId="S::kirbasoglu25@itu.edu.tr::57c24a7c-ee26-4d04-9d55-7fac6ee9d7c0" providerId="AD" clId="Web-{314FA8BC-7DA3-9012-7252-B8C614D076A2}" dt="2025-12-04T18:31:45.170" v="118" actId="1076"/>
        <pc:sldMkLst>
          <pc:docMk/>
          <pc:sldMk cId="3812186088" sldId="261"/>
        </pc:sldMkLst>
        <pc:spChg chg="mod">
          <ac:chgData name="Baha Kırbaşoğlu" userId="S::kirbasoglu25@itu.edu.tr::57c24a7c-ee26-4d04-9d55-7fac6ee9d7c0" providerId="AD" clId="Web-{314FA8BC-7DA3-9012-7252-B8C614D076A2}" dt="2025-12-04T18:31:28.419" v="116" actId="1076"/>
          <ac:spMkLst>
            <pc:docMk/>
            <pc:sldMk cId="3812186088" sldId="261"/>
            <ac:spMk id="2" creationId="{235A9009-95AF-34F8-EA90-36EA0F02E499}"/>
          </ac:spMkLst>
        </pc:spChg>
        <pc:spChg chg="mod">
          <ac:chgData name="Baha Kırbaşoğlu" userId="S::kirbasoglu25@itu.edu.tr::57c24a7c-ee26-4d04-9d55-7fac6ee9d7c0" providerId="AD" clId="Web-{314FA8BC-7DA3-9012-7252-B8C614D076A2}" dt="2025-12-04T18:31:45.170" v="118" actId="1076"/>
          <ac:spMkLst>
            <pc:docMk/>
            <pc:sldMk cId="3812186088" sldId="261"/>
            <ac:spMk id="3" creationId="{C4ECBC50-ECC7-AA66-469E-9980B1953B7D}"/>
          </ac:spMkLst>
        </pc:spChg>
        <pc:spChg chg="add">
          <ac:chgData name="Baha Kırbaşoğlu" userId="S::kirbasoglu25@itu.edu.tr::57c24a7c-ee26-4d04-9d55-7fac6ee9d7c0" providerId="AD" clId="Web-{314FA8BC-7DA3-9012-7252-B8C614D076A2}" dt="2025-12-04T17:38:29.006" v="33"/>
          <ac:spMkLst>
            <pc:docMk/>
            <pc:sldMk cId="3812186088" sldId="261"/>
            <ac:spMk id="5" creationId="{1F957D0A-6821-3EC9-F1F2-776D60A3A84A}"/>
          </ac:spMkLst>
        </pc:spChg>
      </pc:sldChg>
      <pc:sldChg chg="addSp modSp new">
        <pc:chgData name="Baha Kırbaşoğlu" userId="S::kirbasoglu25@itu.edu.tr::57c24a7c-ee26-4d04-9d55-7fac6ee9d7c0" providerId="AD" clId="Web-{314FA8BC-7DA3-9012-7252-B8C614D076A2}" dt="2025-12-04T18:33:49.875" v="124" actId="1076"/>
        <pc:sldMkLst>
          <pc:docMk/>
          <pc:sldMk cId="990209470" sldId="262"/>
        </pc:sldMkLst>
        <pc:spChg chg="mod">
          <ac:chgData name="Baha Kırbaşoğlu" userId="S::kirbasoglu25@itu.edu.tr::57c24a7c-ee26-4d04-9d55-7fac6ee9d7c0" providerId="AD" clId="Web-{314FA8BC-7DA3-9012-7252-B8C614D076A2}" dt="2025-12-04T18:33:46.672" v="123" actId="1076"/>
          <ac:spMkLst>
            <pc:docMk/>
            <pc:sldMk cId="990209470" sldId="262"/>
            <ac:spMk id="2" creationId="{A9899132-A9E1-6C5B-E0B1-19B97BBA8F59}"/>
          </ac:spMkLst>
        </pc:spChg>
        <pc:spChg chg="mod">
          <ac:chgData name="Baha Kırbaşoğlu" userId="S::kirbasoglu25@itu.edu.tr::57c24a7c-ee26-4d04-9d55-7fac6ee9d7c0" providerId="AD" clId="Web-{314FA8BC-7DA3-9012-7252-B8C614D076A2}" dt="2025-12-04T18:33:39.875" v="121" actId="1076"/>
          <ac:spMkLst>
            <pc:docMk/>
            <pc:sldMk cId="990209470" sldId="262"/>
            <ac:spMk id="3" creationId="{D218E721-9972-F6FF-3692-9C6926059DDC}"/>
          </ac:spMkLst>
        </pc:spChg>
        <pc:spChg chg="add">
          <ac:chgData name="Baha Kırbaşoğlu" userId="S::kirbasoglu25@itu.edu.tr::57c24a7c-ee26-4d04-9d55-7fac6ee9d7c0" providerId="AD" clId="Web-{314FA8BC-7DA3-9012-7252-B8C614D076A2}" dt="2025-12-04T17:38:31.585" v="34"/>
          <ac:spMkLst>
            <pc:docMk/>
            <pc:sldMk cId="990209470" sldId="262"/>
            <ac:spMk id="5" creationId="{863917B6-0189-9689-0F16-20A80EBF5539}"/>
          </ac:spMkLst>
        </pc:spChg>
      </pc:sldChg>
      <pc:sldChg chg="addSp new">
        <pc:chgData name="Baha Kırbaşoğlu" userId="S::kirbasoglu25@itu.edu.tr::57c24a7c-ee26-4d04-9d55-7fac6ee9d7c0" providerId="AD" clId="Web-{314FA8BC-7DA3-9012-7252-B8C614D076A2}" dt="2025-12-04T17:38:33.632" v="35"/>
        <pc:sldMkLst>
          <pc:docMk/>
          <pc:sldMk cId="2650461619" sldId="263"/>
        </pc:sldMkLst>
        <pc:spChg chg="add">
          <ac:chgData name="Baha Kırbaşoğlu" userId="S::kirbasoglu25@itu.edu.tr::57c24a7c-ee26-4d04-9d55-7fac6ee9d7c0" providerId="AD" clId="Web-{314FA8BC-7DA3-9012-7252-B8C614D076A2}" dt="2025-12-04T17:38:33.632" v="35"/>
          <ac:spMkLst>
            <pc:docMk/>
            <pc:sldMk cId="2650461619" sldId="263"/>
            <ac:spMk id="5" creationId="{E294D7E2-1CCE-6DD2-9213-EC2CE58BF45C}"/>
          </ac:spMkLst>
        </pc:spChg>
      </pc:sldChg>
      <pc:sldChg chg="addSp delSp modSp new">
        <pc:chgData name="Baha Kırbaşoğlu" userId="S::kirbasoglu25@itu.edu.tr::57c24a7c-ee26-4d04-9d55-7fac6ee9d7c0" providerId="AD" clId="Web-{314FA8BC-7DA3-9012-7252-B8C614D076A2}" dt="2025-12-04T18:30:41.731" v="112" actId="1076"/>
        <pc:sldMkLst>
          <pc:docMk/>
          <pc:sldMk cId="1236463304" sldId="264"/>
        </pc:sldMkLst>
        <pc:spChg chg="mod">
          <ac:chgData name="Baha Kırbaşoğlu" userId="S::kirbasoglu25@itu.edu.tr::57c24a7c-ee26-4d04-9d55-7fac6ee9d7c0" providerId="AD" clId="Web-{314FA8BC-7DA3-9012-7252-B8C614D076A2}" dt="2025-12-04T18:30:39.606" v="111" actId="1076"/>
          <ac:spMkLst>
            <pc:docMk/>
            <pc:sldMk cId="1236463304" sldId="264"/>
            <ac:spMk id="2" creationId="{8D253B7D-A1EF-B7EB-39E8-4D105E25AFAC}"/>
          </ac:spMkLst>
        </pc:spChg>
        <pc:spChg chg="mod">
          <ac:chgData name="Baha Kırbaşoğlu" userId="S::kirbasoglu25@itu.edu.tr::57c24a7c-ee26-4d04-9d55-7fac6ee9d7c0" providerId="AD" clId="Web-{314FA8BC-7DA3-9012-7252-B8C614D076A2}" dt="2025-12-04T18:30:33.668" v="109" actId="1076"/>
          <ac:spMkLst>
            <pc:docMk/>
            <pc:sldMk cId="1236463304" sldId="264"/>
            <ac:spMk id="3" creationId="{FA2EE7DF-0A62-7A46-8419-1FA70FF20AE3}"/>
          </ac:spMkLst>
        </pc:spChg>
        <pc:spChg chg="add">
          <ac:chgData name="Baha Kırbaşoğlu" userId="S::kirbasoglu25@itu.edu.tr::57c24a7c-ee26-4d04-9d55-7fac6ee9d7c0" providerId="AD" clId="Web-{314FA8BC-7DA3-9012-7252-B8C614D076A2}" dt="2025-12-04T18:30:17.027" v="106"/>
          <ac:spMkLst>
            <pc:docMk/>
            <pc:sldMk cId="1236463304" sldId="264"/>
            <ac:spMk id="7" creationId="{BB27695D-851A-2E9F-6D97-3B9DDED7FE5F}"/>
          </ac:spMkLst>
        </pc:spChg>
      </pc:sldChg>
      <pc:sldMasterChg chg="add addSldLayout modSldLayout">
        <pc:chgData name="Baha Kırbaşoğlu" userId="S::kirbasoglu25@itu.edu.tr::57c24a7c-ee26-4d04-9d55-7fac6ee9d7c0" providerId="AD" clId="Web-{314FA8BC-7DA3-9012-7252-B8C614D076A2}" dt="2025-12-04T17:25:08.885" v="2"/>
        <pc:sldMasterMkLst>
          <pc:docMk/>
          <pc:sldMasterMk cId="3900993367" sldId="2147483695"/>
        </pc:sldMasterMkLst>
        <pc:sldLayoutChg chg="add mod replId">
          <pc:chgData name="Baha Kırbaşoğlu" userId="S::kirbasoglu25@itu.edu.tr::57c24a7c-ee26-4d04-9d55-7fac6ee9d7c0" providerId="AD" clId="Web-{314FA8BC-7DA3-9012-7252-B8C614D076A2}" dt="2025-12-04T17:25:08.885" v="2"/>
          <pc:sldLayoutMkLst>
            <pc:docMk/>
            <pc:sldMasterMk cId="3900993367" sldId="2147483695"/>
            <pc:sldLayoutMk cId="1340894345" sldId="2147483696"/>
          </pc:sldLayoutMkLst>
        </pc:sldLayoutChg>
        <pc:sldLayoutChg chg="add mod replId">
          <pc:chgData name="Baha Kırbaşoğlu" userId="S::kirbasoglu25@itu.edu.tr::57c24a7c-ee26-4d04-9d55-7fac6ee9d7c0" providerId="AD" clId="Web-{314FA8BC-7DA3-9012-7252-B8C614D076A2}" dt="2025-12-04T17:25:08.885" v="2"/>
          <pc:sldLayoutMkLst>
            <pc:docMk/>
            <pc:sldMasterMk cId="3900993367" sldId="2147483695"/>
            <pc:sldLayoutMk cId="722263321" sldId="2147483697"/>
          </pc:sldLayoutMkLst>
        </pc:sldLayoutChg>
        <pc:sldLayoutChg chg="add mod replId">
          <pc:chgData name="Baha Kırbaşoğlu" userId="S::kirbasoglu25@itu.edu.tr::57c24a7c-ee26-4d04-9d55-7fac6ee9d7c0" providerId="AD" clId="Web-{314FA8BC-7DA3-9012-7252-B8C614D076A2}" dt="2025-12-04T17:25:08.885" v="2"/>
          <pc:sldLayoutMkLst>
            <pc:docMk/>
            <pc:sldMasterMk cId="3900993367" sldId="2147483695"/>
            <pc:sldLayoutMk cId="1581492100" sldId="2147483698"/>
          </pc:sldLayoutMkLst>
        </pc:sldLayoutChg>
        <pc:sldLayoutChg chg="add mod replId">
          <pc:chgData name="Baha Kırbaşoğlu" userId="S::kirbasoglu25@itu.edu.tr::57c24a7c-ee26-4d04-9d55-7fac6ee9d7c0" providerId="AD" clId="Web-{314FA8BC-7DA3-9012-7252-B8C614D076A2}" dt="2025-12-04T17:25:08.885" v="2"/>
          <pc:sldLayoutMkLst>
            <pc:docMk/>
            <pc:sldMasterMk cId="3900993367" sldId="2147483695"/>
            <pc:sldLayoutMk cId="2362895747" sldId="2147483699"/>
          </pc:sldLayoutMkLst>
        </pc:sldLayoutChg>
        <pc:sldLayoutChg chg="add mod replId">
          <pc:chgData name="Baha Kırbaşoğlu" userId="S::kirbasoglu25@itu.edu.tr::57c24a7c-ee26-4d04-9d55-7fac6ee9d7c0" providerId="AD" clId="Web-{314FA8BC-7DA3-9012-7252-B8C614D076A2}" dt="2025-12-04T17:25:08.885" v="2"/>
          <pc:sldLayoutMkLst>
            <pc:docMk/>
            <pc:sldMasterMk cId="3900993367" sldId="2147483695"/>
            <pc:sldLayoutMk cId="663084127" sldId="2147483700"/>
          </pc:sldLayoutMkLst>
        </pc:sldLayoutChg>
        <pc:sldLayoutChg chg="add mod replId">
          <pc:chgData name="Baha Kırbaşoğlu" userId="S::kirbasoglu25@itu.edu.tr::57c24a7c-ee26-4d04-9d55-7fac6ee9d7c0" providerId="AD" clId="Web-{314FA8BC-7DA3-9012-7252-B8C614D076A2}" dt="2025-12-04T17:25:08.885" v="2"/>
          <pc:sldLayoutMkLst>
            <pc:docMk/>
            <pc:sldMasterMk cId="3900993367" sldId="2147483695"/>
            <pc:sldLayoutMk cId="4025111142" sldId="2147483701"/>
          </pc:sldLayoutMkLst>
        </pc:sldLayoutChg>
        <pc:sldLayoutChg chg="add mod replId">
          <pc:chgData name="Baha Kırbaşoğlu" userId="S::kirbasoglu25@itu.edu.tr::57c24a7c-ee26-4d04-9d55-7fac6ee9d7c0" providerId="AD" clId="Web-{314FA8BC-7DA3-9012-7252-B8C614D076A2}" dt="2025-12-04T17:25:08.885" v="2"/>
          <pc:sldLayoutMkLst>
            <pc:docMk/>
            <pc:sldMasterMk cId="3900993367" sldId="2147483695"/>
            <pc:sldLayoutMk cId="1881178198" sldId="2147483702"/>
          </pc:sldLayoutMkLst>
        </pc:sldLayoutChg>
        <pc:sldLayoutChg chg="add mod replId">
          <pc:chgData name="Baha Kırbaşoğlu" userId="S::kirbasoglu25@itu.edu.tr::57c24a7c-ee26-4d04-9d55-7fac6ee9d7c0" providerId="AD" clId="Web-{314FA8BC-7DA3-9012-7252-B8C614D076A2}" dt="2025-12-04T17:25:08.885" v="2"/>
          <pc:sldLayoutMkLst>
            <pc:docMk/>
            <pc:sldMasterMk cId="3900993367" sldId="2147483695"/>
            <pc:sldLayoutMk cId="3780786253" sldId="2147483703"/>
          </pc:sldLayoutMkLst>
        </pc:sldLayoutChg>
        <pc:sldLayoutChg chg="add mod replId">
          <pc:chgData name="Baha Kırbaşoğlu" userId="S::kirbasoglu25@itu.edu.tr::57c24a7c-ee26-4d04-9d55-7fac6ee9d7c0" providerId="AD" clId="Web-{314FA8BC-7DA3-9012-7252-B8C614D076A2}" dt="2025-12-04T17:25:08.885" v="2"/>
          <pc:sldLayoutMkLst>
            <pc:docMk/>
            <pc:sldMasterMk cId="3900993367" sldId="2147483695"/>
            <pc:sldLayoutMk cId="675347549" sldId="2147483704"/>
          </pc:sldLayoutMkLst>
        </pc:sldLayoutChg>
        <pc:sldLayoutChg chg="add mod replId">
          <pc:chgData name="Baha Kırbaşoğlu" userId="S::kirbasoglu25@itu.edu.tr::57c24a7c-ee26-4d04-9d55-7fac6ee9d7c0" providerId="AD" clId="Web-{314FA8BC-7DA3-9012-7252-B8C614D076A2}" dt="2025-12-04T17:25:08.885" v="2"/>
          <pc:sldLayoutMkLst>
            <pc:docMk/>
            <pc:sldMasterMk cId="3900993367" sldId="2147483695"/>
            <pc:sldLayoutMk cId="2937002437" sldId="2147483705"/>
          </pc:sldLayoutMkLst>
        </pc:sldLayoutChg>
        <pc:sldLayoutChg chg="add mod replId">
          <pc:chgData name="Baha Kırbaşoğlu" userId="S::kirbasoglu25@itu.edu.tr::57c24a7c-ee26-4d04-9d55-7fac6ee9d7c0" providerId="AD" clId="Web-{314FA8BC-7DA3-9012-7252-B8C614D076A2}" dt="2025-12-04T17:25:08.885" v="2"/>
          <pc:sldLayoutMkLst>
            <pc:docMk/>
            <pc:sldMasterMk cId="3900993367" sldId="2147483695"/>
            <pc:sldLayoutMk cId="2526211990" sldId="2147483706"/>
          </pc:sldLayoutMkLst>
        </pc:sldLayoutChg>
        <pc:sldLayoutChg chg="add mod replId">
          <pc:chgData name="Baha Kırbaşoğlu" userId="S::kirbasoglu25@itu.edu.tr::57c24a7c-ee26-4d04-9d55-7fac6ee9d7c0" providerId="AD" clId="Web-{314FA8BC-7DA3-9012-7252-B8C614D076A2}" dt="2025-12-04T17:25:08.885" v="2"/>
          <pc:sldLayoutMkLst>
            <pc:docMk/>
            <pc:sldMasterMk cId="3900993367" sldId="2147483695"/>
            <pc:sldLayoutMk cId="1208745744" sldId="2147483707"/>
          </pc:sldLayoutMkLst>
        </pc:sldLayoutChg>
        <pc:sldLayoutChg chg="add mod replId">
          <pc:chgData name="Baha Kırbaşoğlu" userId="S::kirbasoglu25@itu.edu.tr::57c24a7c-ee26-4d04-9d55-7fac6ee9d7c0" providerId="AD" clId="Web-{314FA8BC-7DA3-9012-7252-B8C614D076A2}" dt="2025-12-04T17:25:08.885" v="2"/>
          <pc:sldLayoutMkLst>
            <pc:docMk/>
            <pc:sldMasterMk cId="3900993367" sldId="2147483695"/>
            <pc:sldLayoutMk cId="204286994" sldId="2147483708"/>
          </pc:sldLayoutMkLst>
        </pc:sldLayoutChg>
        <pc:sldLayoutChg chg="add mod replId">
          <pc:chgData name="Baha Kırbaşoğlu" userId="S::kirbasoglu25@itu.edu.tr::57c24a7c-ee26-4d04-9d55-7fac6ee9d7c0" providerId="AD" clId="Web-{314FA8BC-7DA3-9012-7252-B8C614D076A2}" dt="2025-12-04T17:25:08.885" v="2"/>
          <pc:sldLayoutMkLst>
            <pc:docMk/>
            <pc:sldMasterMk cId="3900993367" sldId="2147483695"/>
            <pc:sldLayoutMk cId="2446910073" sldId="2147483709"/>
          </pc:sldLayoutMkLst>
        </pc:sldLayoutChg>
        <pc:sldLayoutChg chg="add mod replId">
          <pc:chgData name="Baha Kırbaşoğlu" userId="S::kirbasoglu25@itu.edu.tr::57c24a7c-ee26-4d04-9d55-7fac6ee9d7c0" providerId="AD" clId="Web-{314FA8BC-7DA3-9012-7252-B8C614D076A2}" dt="2025-12-04T17:25:08.885" v="2"/>
          <pc:sldLayoutMkLst>
            <pc:docMk/>
            <pc:sldMasterMk cId="3900993367" sldId="2147483695"/>
            <pc:sldLayoutMk cId="3862757178" sldId="2147483710"/>
          </pc:sldLayoutMkLst>
        </pc:sldLayoutChg>
        <pc:sldLayoutChg chg="add mod replId">
          <pc:chgData name="Baha Kırbaşoğlu" userId="S::kirbasoglu25@itu.edu.tr::57c24a7c-ee26-4d04-9d55-7fac6ee9d7c0" providerId="AD" clId="Web-{314FA8BC-7DA3-9012-7252-B8C614D076A2}" dt="2025-12-04T17:25:08.885" v="2"/>
          <pc:sldLayoutMkLst>
            <pc:docMk/>
            <pc:sldMasterMk cId="3900993367" sldId="2147483695"/>
            <pc:sldLayoutMk cId="696131356" sldId="2147483711"/>
          </pc:sldLayoutMkLst>
        </pc:sldLayoutChg>
        <pc:sldLayoutChg chg="add mod replId">
          <pc:chgData name="Baha Kırbaşoğlu" userId="S::kirbasoglu25@itu.edu.tr::57c24a7c-ee26-4d04-9d55-7fac6ee9d7c0" providerId="AD" clId="Web-{314FA8BC-7DA3-9012-7252-B8C614D076A2}" dt="2025-12-04T17:25:08.885" v="2"/>
          <pc:sldLayoutMkLst>
            <pc:docMk/>
            <pc:sldMasterMk cId="3900993367" sldId="2147483695"/>
            <pc:sldLayoutMk cId="316490818" sldId="2147483712"/>
          </pc:sldLayoutMkLst>
        </pc:sldLayoutChg>
      </pc:sldMasterChg>
    </pc:docChg>
  </pc:docChgLst>
  <pc:docChgLst>
    <pc:chgData name="Baha Kırbaşoğlu" userId="S::kirbasoglu25@itu.edu.tr::57c24a7c-ee26-4d04-9d55-7fac6ee9d7c0" providerId="AD" clId="Web-{C18797D7-A155-E8E0-098A-1C980F47E514}"/>
    <pc:docChg chg="delSld modSld">
      <pc:chgData name="Baha Kırbaşoğlu" userId="S::kirbasoglu25@itu.edu.tr::57c24a7c-ee26-4d04-9d55-7fac6ee9d7c0" providerId="AD" clId="Web-{C18797D7-A155-E8E0-098A-1C980F47E514}" dt="2025-12-04T19:21:47.047" v="4"/>
      <pc:docMkLst>
        <pc:docMk/>
      </pc:docMkLst>
      <pc:sldChg chg="addSp delSp modSp">
        <pc:chgData name="Baha Kırbaşoğlu" userId="S::kirbasoglu25@itu.edu.tr::57c24a7c-ee26-4d04-9d55-7fac6ee9d7c0" providerId="AD" clId="Web-{C18797D7-A155-E8E0-098A-1C980F47E514}" dt="2025-12-04T19:21:19.875" v="3" actId="14100"/>
        <pc:sldMkLst>
          <pc:docMk/>
          <pc:sldMk cId="3145578788" sldId="259"/>
        </pc:sldMkLst>
      </pc:sldChg>
    </pc:docChg>
  </pc:docChgLst>
  <pc:docChgLst>
    <pc:chgData name="Baha Kırbaşoğlu" userId="S::kirbasoglu25@itu.edu.tr::57c24a7c-ee26-4d04-9d55-7fac6ee9d7c0" providerId="AD" clId="Web-{CC9C380E-4810-2894-1DEA-FA82F6985E1F}"/>
    <pc:docChg chg="addSld modSld">
      <pc:chgData name="Baha Kırbaşoğlu" userId="S::kirbasoglu25@itu.edu.tr::57c24a7c-ee26-4d04-9d55-7fac6ee9d7c0" providerId="AD" clId="Web-{CC9C380E-4810-2894-1DEA-FA82F6985E1F}" dt="2025-12-06T13:42:58.869" v="271" actId="1076"/>
      <pc:docMkLst>
        <pc:docMk/>
      </pc:docMkLst>
      <pc:sldChg chg="modSp">
        <pc:chgData name="Baha Kırbaşoğlu" userId="S::kirbasoglu25@itu.edu.tr::57c24a7c-ee26-4d04-9d55-7fac6ee9d7c0" providerId="AD" clId="Web-{CC9C380E-4810-2894-1DEA-FA82F6985E1F}" dt="2025-12-06T11:25:17.492" v="0" actId="1076"/>
        <pc:sldMkLst>
          <pc:docMk/>
          <pc:sldMk cId="3079194145" sldId="257"/>
        </pc:sldMkLst>
        <pc:spChg chg="mod">
          <ac:chgData name="Baha Kırbaşoğlu" userId="S::kirbasoglu25@itu.edu.tr::57c24a7c-ee26-4d04-9d55-7fac6ee9d7c0" providerId="AD" clId="Web-{CC9C380E-4810-2894-1DEA-FA82F6985E1F}" dt="2025-12-06T11:25:17.492" v="0" actId="1076"/>
          <ac:spMkLst>
            <pc:docMk/>
            <pc:sldMk cId="3079194145" sldId="257"/>
            <ac:spMk id="2" creationId="{816E67C6-A165-7275-7C44-E0755ACC22E1}"/>
          </ac:spMkLst>
        </pc:spChg>
      </pc:sldChg>
      <pc:sldChg chg="addSp delSp modSp">
        <pc:chgData name="Baha Kırbaşoğlu" userId="S::kirbasoglu25@itu.edu.tr::57c24a7c-ee26-4d04-9d55-7fac6ee9d7c0" providerId="AD" clId="Web-{CC9C380E-4810-2894-1DEA-FA82F6985E1F}" dt="2025-12-06T11:32:58.347" v="29" actId="14100"/>
        <pc:sldMkLst>
          <pc:docMk/>
          <pc:sldMk cId="4123990316" sldId="258"/>
        </pc:sldMkLst>
        <pc:spChg chg="mod">
          <ac:chgData name="Baha Kırbaşoğlu" userId="S::kirbasoglu25@itu.edu.tr::57c24a7c-ee26-4d04-9d55-7fac6ee9d7c0" providerId="AD" clId="Web-{CC9C380E-4810-2894-1DEA-FA82F6985E1F}" dt="2025-12-06T11:30:23.502" v="7" actId="1076"/>
          <ac:spMkLst>
            <pc:docMk/>
            <pc:sldMk cId="4123990316" sldId="258"/>
            <ac:spMk id="2" creationId="{40A26092-6852-2DDE-4D85-0C7F839966EE}"/>
          </ac:spMkLst>
        </pc:spChg>
        <pc:spChg chg="mod">
          <ac:chgData name="Baha Kırbaşoğlu" userId="S::kirbasoglu25@itu.edu.tr::57c24a7c-ee26-4d04-9d55-7fac6ee9d7c0" providerId="AD" clId="Web-{CC9C380E-4810-2894-1DEA-FA82F6985E1F}" dt="2025-12-06T11:32:42.299" v="23" actId="1076"/>
          <ac:spMkLst>
            <pc:docMk/>
            <pc:sldMk cId="4123990316" sldId="258"/>
            <ac:spMk id="3" creationId="{F6F1B5C5-CF17-E149-B295-133B4AD41788}"/>
          </ac:spMkLst>
        </pc:spChg>
      </pc:sldChg>
      <pc:sldChg chg="addSp delSp modSp">
        <pc:chgData name="Baha Kırbaşoğlu" userId="S::kirbasoglu25@itu.edu.tr::57c24a7c-ee26-4d04-9d55-7fac6ee9d7c0" providerId="AD" clId="Web-{CC9C380E-4810-2894-1DEA-FA82F6985E1F}" dt="2025-12-06T11:36:05.712" v="50" actId="1076"/>
        <pc:sldMkLst>
          <pc:docMk/>
          <pc:sldMk cId="3145578788" sldId="259"/>
        </pc:sldMkLst>
        <pc:spChg chg="mod">
          <ac:chgData name="Baha Kırbaşoğlu" userId="S::kirbasoglu25@itu.edu.tr::57c24a7c-ee26-4d04-9d55-7fac6ee9d7c0" providerId="AD" clId="Web-{CC9C380E-4810-2894-1DEA-FA82F6985E1F}" dt="2025-12-06T11:36:05.712" v="50" actId="1076"/>
          <ac:spMkLst>
            <pc:docMk/>
            <pc:sldMk cId="3145578788" sldId="259"/>
            <ac:spMk id="2" creationId="{F4FCD5AA-8824-F769-8222-368CCAD74ED7}"/>
          </ac:spMkLst>
        </pc:spChg>
      </pc:sldChg>
      <pc:sldChg chg="addSp delSp modSp">
        <pc:chgData name="Baha Kırbaşoğlu" userId="S::kirbasoglu25@itu.edu.tr::57c24a7c-ee26-4d04-9d55-7fac6ee9d7c0" providerId="AD" clId="Web-{CC9C380E-4810-2894-1DEA-FA82F6985E1F}" dt="2025-12-06T13:25:05.715" v="216" actId="1076"/>
        <pc:sldMkLst>
          <pc:docMk/>
          <pc:sldMk cId="3812186088" sldId="261"/>
        </pc:sldMkLst>
      </pc:sldChg>
      <pc:sldChg chg="addSp delSp modSp">
        <pc:chgData name="Baha Kırbaşoğlu" userId="S::kirbasoglu25@itu.edu.tr::57c24a7c-ee26-4d04-9d55-7fac6ee9d7c0" providerId="AD" clId="Web-{CC9C380E-4810-2894-1DEA-FA82F6985E1F}" dt="2025-12-06T13:42:47.962" v="270" actId="1076"/>
        <pc:sldMkLst>
          <pc:docMk/>
          <pc:sldMk cId="990209470" sldId="262"/>
        </pc:sldMkLst>
        <pc:spChg chg="mod">
          <ac:chgData name="Baha Kırbaşoğlu" userId="S::kirbasoglu25@itu.edu.tr::57c24a7c-ee26-4d04-9d55-7fac6ee9d7c0" providerId="AD" clId="Web-{CC9C380E-4810-2894-1DEA-FA82F6985E1F}" dt="2025-12-06T13:42:42.915" v="268" actId="1076"/>
          <ac:spMkLst>
            <pc:docMk/>
            <pc:sldMk cId="990209470" sldId="262"/>
            <ac:spMk id="3" creationId="{D218E721-9972-F6FF-3692-9C6926059DDC}"/>
          </ac:spMkLst>
        </pc:spChg>
      </pc:sldChg>
      <pc:sldChg chg="addSp delSp modSp">
        <pc:chgData name="Baha Kırbaşoğlu" userId="S::kirbasoglu25@itu.edu.tr::57c24a7c-ee26-4d04-9d55-7fac6ee9d7c0" providerId="AD" clId="Web-{CC9C380E-4810-2894-1DEA-FA82F6985E1F}" dt="2025-12-06T13:42:58.869" v="271" actId="1076"/>
        <pc:sldMkLst>
          <pc:docMk/>
          <pc:sldMk cId="2650461619" sldId="263"/>
        </pc:sldMkLst>
      </pc:sldChg>
      <pc:sldChg chg="addSp delSp modSp">
        <pc:chgData name="Baha Kırbaşoğlu" userId="S::kirbasoglu25@itu.edu.tr::57c24a7c-ee26-4d04-9d55-7fac6ee9d7c0" providerId="AD" clId="Web-{CC9C380E-4810-2894-1DEA-FA82F6985E1F}" dt="2025-12-06T11:39:50.375" v="65" actId="1076"/>
        <pc:sldMkLst>
          <pc:docMk/>
          <pc:sldMk cId="1236463304" sldId="264"/>
        </pc:sldMkLst>
        <pc:spChg chg="mod">
          <ac:chgData name="Baha Kırbaşoğlu" userId="S::kirbasoglu25@itu.edu.tr::57c24a7c-ee26-4d04-9d55-7fac6ee9d7c0" providerId="AD" clId="Web-{CC9C380E-4810-2894-1DEA-FA82F6985E1F}" dt="2025-12-06T11:37:06.198" v="53" actId="1076"/>
          <ac:spMkLst>
            <pc:docMk/>
            <pc:sldMk cId="1236463304" sldId="264"/>
            <ac:spMk id="3" creationId="{FA2EE7DF-0A62-7A46-8419-1FA70FF20AE3}"/>
          </ac:spMkLst>
        </pc:spChg>
      </pc:sldChg>
      <pc:sldChg chg="addSp delSp modSp new">
        <pc:chgData name="Baha Kırbaşoğlu" userId="S::kirbasoglu25@itu.edu.tr::57c24a7c-ee26-4d04-9d55-7fac6ee9d7c0" providerId="AD" clId="Web-{CC9C380E-4810-2894-1DEA-FA82F6985E1F}" dt="2025-12-06T12:47:14.832" v="137" actId="1076"/>
        <pc:sldMkLst>
          <pc:docMk/>
          <pc:sldMk cId="3475658074" sldId="265"/>
        </pc:sldMkLst>
        <pc:spChg chg="mod">
          <ac:chgData name="Baha Kırbaşoğlu" userId="S::kirbasoglu25@itu.edu.tr::57c24a7c-ee26-4d04-9d55-7fac6ee9d7c0" providerId="AD" clId="Web-{CC9C380E-4810-2894-1DEA-FA82F6985E1F}" dt="2025-12-06T11:48:36.423" v="103" actId="1076"/>
          <ac:spMkLst>
            <pc:docMk/>
            <pc:sldMk cId="3475658074" sldId="265"/>
            <ac:spMk id="3" creationId="{CCA9EB28-B3D4-DAF1-D3E3-2A1BE75FA3A3}"/>
          </ac:spMkLst>
        </pc:spChg>
      </pc:sldChg>
      <pc:sldChg chg="new">
        <pc:chgData name="Baha Kırbaşoğlu" userId="S::kirbasoglu25@itu.edu.tr::57c24a7c-ee26-4d04-9d55-7fac6ee9d7c0" providerId="AD" clId="Web-{CC9C380E-4810-2894-1DEA-FA82F6985E1F}" dt="2025-12-06T11:46:48.390" v="96"/>
        <pc:sldMkLst>
          <pc:docMk/>
          <pc:sldMk cId="447450521" sldId="266"/>
        </pc:sldMkLst>
      </pc:sldChg>
      <pc:sldChg chg="delSp new">
        <pc:chgData name="Baha Kırbaşoğlu" userId="S::kirbasoglu25@itu.edu.tr::57c24a7c-ee26-4d04-9d55-7fac6ee9d7c0" providerId="AD" clId="Web-{CC9C380E-4810-2894-1DEA-FA82F6985E1F}" dt="2025-12-06T13:31:39.501" v="265"/>
        <pc:sldMkLst>
          <pc:docMk/>
          <pc:sldMk cId="854176444" sldId="269"/>
        </pc:sldMkLst>
      </pc:sldChg>
      <pc:sldChg chg="addSp modSp new">
        <pc:chgData name="Baha Kırbaşoğlu" userId="S::kirbasoglu25@itu.edu.tr::57c24a7c-ee26-4d04-9d55-7fac6ee9d7c0" providerId="AD" clId="Web-{CC9C380E-4810-2894-1DEA-FA82F6985E1F}" dt="2025-12-06T13:27:02.451" v="232" actId="1076"/>
        <pc:sldMkLst>
          <pc:docMk/>
          <pc:sldMk cId="2635719386" sldId="270"/>
        </pc:sldMkLst>
      </pc:sldChg>
      <pc:sldChg chg="addSp modSp new">
        <pc:chgData name="Baha Kırbaşoğlu" userId="S::kirbasoglu25@itu.edu.tr::57c24a7c-ee26-4d04-9d55-7fac6ee9d7c0" providerId="AD" clId="Web-{CC9C380E-4810-2894-1DEA-FA82F6985E1F}" dt="2025-12-06T13:30:06.172" v="253" actId="1076"/>
        <pc:sldMkLst>
          <pc:docMk/>
          <pc:sldMk cId="3339182420" sldId="271"/>
        </pc:sldMkLst>
        <pc:spChg chg="mod">
          <ac:chgData name="Baha Kırbaşoğlu" userId="S::kirbasoglu25@itu.edu.tr::57c24a7c-ee26-4d04-9d55-7fac6ee9d7c0" providerId="AD" clId="Web-{CC9C380E-4810-2894-1DEA-FA82F6985E1F}" dt="2025-12-06T13:27:29.342" v="235" actId="1076"/>
          <ac:spMkLst>
            <pc:docMk/>
            <pc:sldMk cId="3339182420" sldId="271"/>
            <ac:spMk id="2" creationId="{095F9FE4-2BB6-50A9-78CD-2ECBF74B0CB5}"/>
          </ac:spMkLst>
        </pc:spChg>
      </pc:sldChg>
      <pc:sldChg chg="addSp delSp modSp new">
        <pc:chgData name="Baha Kırbaşoğlu" userId="S::kirbasoglu25@itu.edu.tr::57c24a7c-ee26-4d04-9d55-7fac6ee9d7c0" providerId="AD" clId="Web-{CC9C380E-4810-2894-1DEA-FA82F6985E1F}" dt="2025-12-06T13:31:13.891" v="264" actId="1076"/>
        <pc:sldMkLst>
          <pc:docMk/>
          <pc:sldMk cId="1041413330" sldId="272"/>
        </pc:sldMkLst>
        <pc:spChg chg="mod">
          <ac:chgData name="Baha Kırbaşoğlu" userId="S::kirbasoglu25@itu.edu.tr::57c24a7c-ee26-4d04-9d55-7fac6ee9d7c0" providerId="AD" clId="Web-{CC9C380E-4810-2894-1DEA-FA82F6985E1F}" dt="2025-12-06T13:30:30.969" v="255" actId="1076"/>
          <ac:spMkLst>
            <pc:docMk/>
            <pc:sldMk cId="1041413330" sldId="272"/>
            <ac:spMk id="2" creationId="{E599D910-845C-C6AB-CAB2-4854DA41B3EB}"/>
          </ac:spMkLst>
        </pc:spChg>
      </pc:sldChg>
      <pc:sldChg chg="addSp delSp modSp new">
        <pc:chgData name="Baha Kırbaşoğlu" userId="S::kirbasoglu25@itu.edu.tr::57c24a7c-ee26-4d04-9d55-7fac6ee9d7c0" providerId="AD" clId="Web-{CC9C380E-4810-2894-1DEA-FA82F6985E1F}" dt="2025-12-06T13:00:45.535" v="159" actId="1076"/>
        <pc:sldMkLst>
          <pc:docMk/>
          <pc:sldMk cId="3852134051" sldId="273"/>
        </pc:sldMkLst>
        <pc:spChg chg="mod">
          <ac:chgData name="Baha Kırbaşoğlu" userId="S::kirbasoglu25@itu.edu.tr::57c24a7c-ee26-4d04-9d55-7fac6ee9d7c0" providerId="AD" clId="Web-{CC9C380E-4810-2894-1DEA-FA82F6985E1F}" dt="2025-12-06T13:00:34.987" v="155" actId="1076"/>
          <ac:spMkLst>
            <pc:docMk/>
            <pc:sldMk cId="3852134051" sldId="273"/>
            <ac:spMk id="2" creationId="{1072F714-6A32-E3EF-1CAC-CB27081D73E2}"/>
          </ac:spMkLst>
        </pc:spChg>
      </pc:sldChg>
      <pc:sldChg chg="addSp delSp modSp new">
        <pc:chgData name="Baha Kırbaşoğlu" userId="S::kirbasoglu25@itu.edu.tr::57c24a7c-ee26-4d04-9d55-7fac6ee9d7c0" providerId="AD" clId="Web-{CC9C380E-4810-2894-1DEA-FA82F6985E1F}" dt="2025-12-06T13:11:25.193" v="212" actId="1076"/>
        <pc:sldMkLst>
          <pc:docMk/>
          <pc:sldMk cId="95565266" sldId="274"/>
        </pc:sldMkLst>
        <pc:spChg chg="mod">
          <ac:chgData name="Baha Kırbaşoğlu" userId="S::kirbasoglu25@itu.edu.tr::57c24a7c-ee26-4d04-9d55-7fac6ee9d7c0" providerId="AD" clId="Web-{CC9C380E-4810-2894-1DEA-FA82F6985E1F}" dt="2025-12-06T13:07:38.439" v="197" actId="1076"/>
          <ac:spMkLst>
            <pc:docMk/>
            <pc:sldMk cId="95565266" sldId="274"/>
            <ac:spMk id="2" creationId="{A1014E54-9D33-17E1-FC49-FC8E7FB30571}"/>
          </ac:spMkLst>
        </pc:spChg>
      </pc:sldChg>
    </pc:docChg>
  </pc:docChgLst>
  <pc:docChgLst>
    <pc:chgData name="Baha Kırbaşoğlu" userId="S::kirbasoglu25@itu.edu.tr::57c24a7c-ee26-4d04-9d55-7fac6ee9d7c0" providerId="AD" clId="Web-{BF91781C-1C96-7435-2790-756DD351DEBE}"/>
    <pc:docChg chg="delSld modSld">
      <pc:chgData name="Baha Kırbaşoğlu" userId="S::kirbasoglu25@itu.edu.tr::57c24a7c-ee26-4d04-9d55-7fac6ee9d7c0" providerId="AD" clId="Web-{BF91781C-1C96-7435-2790-756DD351DEBE}" dt="2025-12-21T21:50:58.994" v="103"/>
      <pc:docMkLst>
        <pc:docMk/>
      </pc:docMkLst>
      <pc:sldChg chg="delSp modSp">
        <pc:chgData name="Baha Kırbaşoğlu" userId="S::kirbasoglu25@itu.edu.tr::57c24a7c-ee26-4d04-9d55-7fac6ee9d7c0" providerId="AD" clId="Web-{BF91781C-1C96-7435-2790-756DD351DEBE}" dt="2025-12-21T21:21:37.377" v="1"/>
        <pc:sldMkLst>
          <pc:docMk/>
          <pc:sldMk cId="1674425800" sldId="256"/>
        </pc:sldMkLst>
      </pc:sldChg>
      <pc:sldChg chg="addSp delSp modSp">
        <pc:chgData name="Baha Kırbaşoğlu" userId="S::kirbasoglu25@itu.edu.tr::57c24a7c-ee26-4d04-9d55-7fac6ee9d7c0" providerId="AD" clId="Web-{BF91781C-1C96-7435-2790-756DD351DEBE}" dt="2025-12-21T21:31:49.083" v="44" actId="1076"/>
        <pc:sldMkLst>
          <pc:docMk/>
          <pc:sldMk cId="4123990316" sldId="258"/>
        </pc:sldMkLst>
        <pc:spChg chg="mod">
          <ac:chgData name="Baha Kırbaşoğlu" userId="S::kirbasoglu25@itu.edu.tr::57c24a7c-ee26-4d04-9d55-7fac6ee9d7c0" providerId="AD" clId="Web-{BF91781C-1C96-7435-2790-756DD351DEBE}" dt="2025-12-21T21:31:34.911" v="40" actId="1076"/>
          <ac:spMkLst>
            <pc:docMk/>
            <pc:sldMk cId="4123990316" sldId="258"/>
            <ac:spMk id="3" creationId="{F6F1B5C5-CF17-E149-B295-133B4AD41788}"/>
          </ac:spMkLst>
        </pc:spChg>
      </pc:sldChg>
      <pc:sldChg chg="addSp delSp modSp">
        <pc:chgData name="Baha Kırbaşoğlu" userId="S::kirbasoglu25@itu.edu.tr::57c24a7c-ee26-4d04-9d55-7fac6ee9d7c0" providerId="AD" clId="Web-{BF91781C-1C96-7435-2790-756DD351DEBE}" dt="2025-12-21T21:32:17.053" v="47" actId="1076"/>
        <pc:sldMkLst>
          <pc:docMk/>
          <pc:sldMk cId="3145578788" sldId="259"/>
        </pc:sldMkLst>
        <pc:spChg chg="mod">
          <ac:chgData name="Baha Kırbaşoğlu" userId="S::kirbasoglu25@itu.edu.tr::57c24a7c-ee26-4d04-9d55-7fac6ee9d7c0" providerId="AD" clId="Web-{BF91781C-1C96-7435-2790-756DD351DEBE}" dt="2025-12-21T21:29:30.218" v="23" actId="1076"/>
          <ac:spMkLst>
            <pc:docMk/>
            <pc:sldMk cId="3145578788" sldId="259"/>
            <ac:spMk id="2" creationId="{F4FCD5AA-8824-F769-8222-368CCAD74ED7}"/>
          </ac:spMkLst>
        </pc:spChg>
        <pc:spChg chg="add mod">
          <ac:chgData name="Baha Kırbaşoğlu" userId="S::kirbasoglu25@itu.edu.tr::57c24a7c-ee26-4d04-9d55-7fac6ee9d7c0" providerId="AD" clId="Web-{BF91781C-1C96-7435-2790-756DD351DEBE}" dt="2025-12-21T21:32:05.318" v="45" actId="1076"/>
          <ac:spMkLst>
            <pc:docMk/>
            <pc:sldMk cId="3145578788" sldId="259"/>
            <ac:spMk id="8" creationId="{2CA60BC6-D9F9-60DD-57E5-3C3D97DFCD68}"/>
          </ac:spMkLst>
        </pc:spChg>
      </pc:sldChg>
      <pc:sldChg chg="delSp">
        <pc:chgData name="Baha Kırbaşoğlu" userId="S::kirbasoglu25@itu.edu.tr::57c24a7c-ee26-4d04-9d55-7fac6ee9d7c0" providerId="AD" clId="Web-{BF91781C-1C96-7435-2790-756DD351DEBE}" dt="2025-12-21T21:50:12.712" v="84"/>
        <pc:sldMkLst>
          <pc:docMk/>
          <pc:sldMk cId="3812186088" sldId="261"/>
        </pc:sldMkLst>
      </pc:sldChg>
      <pc:sldChg chg="delSp">
        <pc:chgData name="Baha Kırbaşoğlu" userId="S::kirbasoglu25@itu.edu.tr::57c24a7c-ee26-4d04-9d55-7fac6ee9d7c0" providerId="AD" clId="Web-{BF91781C-1C96-7435-2790-756DD351DEBE}" dt="2025-12-21T21:50:19.915" v="88"/>
        <pc:sldMkLst>
          <pc:docMk/>
          <pc:sldMk cId="990209470" sldId="262"/>
        </pc:sldMkLst>
      </pc:sldChg>
      <pc:sldChg chg="delSp">
        <pc:chgData name="Baha Kırbaşoğlu" userId="S::kirbasoglu25@itu.edu.tr::57c24a7c-ee26-4d04-9d55-7fac6ee9d7c0" providerId="AD" clId="Web-{BF91781C-1C96-7435-2790-756DD351DEBE}" dt="2025-12-21T21:50:42.260" v="96"/>
        <pc:sldMkLst>
          <pc:docMk/>
          <pc:sldMk cId="2650461619" sldId="263"/>
        </pc:sldMkLst>
      </pc:sldChg>
      <pc:sldChg chg="delSp modSp">
        <pc:chgData name="Baha Kırbaşoğlu" userId="S::kirbasoglu25@itu.edu.tr::57c24a7c-ee26-4d04-9d55-7fac6ee9d7c0" providerId="AD" clId="Web-{BF91781C-1C96-7435-2790-756DD351DEBE}" dt="2025-12-21T21:49:36.836" v="81" actId="1076"/>
        <pc:sldMkLst>
          <pc:docMk/>
          <pc:sldMk cId="1236463304" sldId="264"/>
        </pc:sldMkLst>
        <pc:spChg chg="mod">
          <ac:chgData name="Baha Kırbaşoğlu" userId="S::kirbasoglu25@itu.edu.tr::57c24a7c-ee26-4d04-9d55-7fac6ee9d7c0" providerId="AD" clId="Web-{BF91781C-1C96-7435-2790-756DD351DEBE}" dt="2025-12-21T21:49:36.836" v="81" actId="1076"/>
          <ac:spMkLst>
            <pc:docMk/>
            <pc:sldMk cId="1236463304" sldId="264"/>
            <ac:spMk id="3" creationId="{FA2EE7DF-0A62-7A46-8419-1FA70FF20AE3}"/>
          </ac:spMkLst>
        </pc:spChg>
      </pc:sldChg>
      <pc:sldChg chg="delSp">
        <pc:chgData name="Baha Kırbaşoğlu" userId="S::kirbasoglu25@itu.edu.tr::57c24a7c-ee26-4d04-9d55-7fac6ee9d7c0" providerId="AD" clId="Web-{BF91781C-1C96-7435-2790-756DD351DEBE}" dt="2025-12-21T21:50:31.994" v="92"/>
        <pc:sldMkLst>
          <pc:docMk/>
          <pc:sldMk cId="3475658074" sldId="265"/>
        </pc:sldMkLst>
      </pc:sldChg>
      <pc:sldChg chg="delSp">
        <pc:chgData name="Baha Kırbaşoğlu" userId="S::kirbasoglu25@itu.edu.tr::57c24a7c-ee26-4d04-9d55-7fac6ee9d7c0" providerId="AD" clId="Web-{BF91781C-1C96-7435-2790-756DD351DEBE}" dt="2025-12-21T21:50:36.166" v="93"/>
        <pc:sldMkLst>
          <pc:docMk/>
          <pc:sldMk cId="2635719386" sldId="270"/>
        </pc:sldMkLst>
      </pc:sldChg>
      <pc:sldChg chg="delSp">
        <pc:chgData name="Baha Kırbaşoğlu" userId="S::kirbasoglu25@itu.edu.tr::57c24a7c-ee26-4d04-9d55-7fac6ee9d7c0" providerId="AD" clId="Web-{BF91781C-1C96-7435-2790-756DD351DEBE}" dt="2025-12-21T21:50:45.338" v="99"/>
        <pc:sldMkLst>
          <pc:docMk/>
          <pc:sldMk cId="3339182420" sldId="271"/>
        </pc:sldMkLst>
      </pc:sldChg>
      <pc:sldChg chg="delSp">
        <pc:chgData name="Baha Kırbaşoğlu" userId="S::kirbasoglu25@itu.edu.tr::57c24a7c-ee26-4d04-9d55-7fac6ee9d7c0" providerId="AD" clId="Web-{BF91781C-1C96-7435-2790-756DD351DEBE}" dt="2025-12-21T21:50:50.338" v="101"/>
        <pc:sldMkLst>
          <pc:docMk/>
          <pc:sldMk cId="1041413330" sldId="272"/>
        </pc:sldMkLst>
      </pc:sldChg>
      <pc:sldChg chg="addSp delSp modSp">
        <pc:chgData name="Baha Kırbaşoğlu" userId="S::kirbasoglu25@itu.edu.tr::57c24a7c-ee26-4d04-9d55-7fac6ee9d7c0" providerId="AD" clId="Web-{BF91781C-1C96-7435-2790-756DD351DEBE}" dt="2025-12-21T21:39:03.326" v="52" actId="1076"/>
        <pc:sldMkLst>
          <pc:docMk/>
          <pc:sldMk cId="3852134051" sldId="273"/>
        </pc:sldMkLst>
        <pc:spChg chg="add mod">
          <ac:chgData name="Baha Kırbaşoğlu" userId="S::kirbasoglu25@itu.edu.tr::57c24a7c-ee26-4d04-9d55-7fac6ee9d7c0" providerId="AD" clId="Web-{BF91781C-1C96-7435-2790-756DD351DEBE}" dt="2025-12-21T21:38:48.232" v="48" actId="1076"/>
          <ac:spMkLst>
            <pc:docMk/>
            <pc:sldMk cId="3852134051" sldId="273"/>
            <ac:spMk id="8" creationId="{1CCAEB28-5087-2C2B-BE83-0D224FA10F3F}"/>
          </ac:spMkLst>
        </pc:spChg>
      </pc:sldChg>
      <pc:sldChg chg="addSp delSp modSp">
        <pc:chgData name="Baha Kırbaşoğlu" userId="S::kirbasoglu25@itu.edu.tr::57c24a7c-ee26-4d04-9d55-7fac6ee9d7c0" providerId="AD" clId="Web-{BF91781C-1C96-7435-2790-756DD351DEBE}" dt="2025-12-21T21:46:23.169" v="73" actId="1076"/>
        <pc:sldMkLst>
          <pc:docMk/>
          <pc:sldMk cId="95565266" sldId="274"/>
        </pc:sldMkLst>
        <pc:spChg chg="mod">
          <ac:chgData name="Baha Kırbaşoğlu" userId="S::kirbasoglu25@itu.edu.tr::57c24a7c-ee26-4d04-9d55-7fac6ee9d7c0" providerId="AD" clId="Web-{BF91781C-1C96-7435-2790-756DD351DEBE}" dt="2025-12-21T21:40:53.786" v="71" actId="1076"/>
          <ac:spMkLst>
            <pc:docMk/>
            <pc:sldMk cId="95565266" sldId="274"/>
            <ac:spMk id="2" creationId="{A1014E54-9D33-17E1-FC49-FC8E7FB3057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894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263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492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2895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084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5111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1178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786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347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002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2119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7457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869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9100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7571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1313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90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BCDCE742-8ABA-8D33-FA59-8FB63D5D7AB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11620"/>
            <a:ext cx="541338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tr-TR" sz="1200">
                <a:solidFill>
                  <a:srgbClr val="0000FF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900993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>
            <a:extLst>
              <a:ext uri="{FF2B5EF4-FFF2-40B4-BE49-F238E27FC236}">
                <a16:creationId xmlns:a16="http://schemas.microsoft.com/office/drawing/2014/main" id="{8AD49CDD-B03B-3BEC-BD94-9DB6545F916D}"/>
              </a:ext>
            </a:extLst>
          </p:cNvPr>
          <p:cNvSpPr txBox="1"/>
          <p:nvPr/>
        </p:nvSpPr>
        <p:spPr>
          <a:xfrm>
            <a:off x="2462075" y="2136935"/>
            <a:ext cx="9535583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sz="3200" dirty="0">
                <a:ea typeface="+mn-lt"/>
                <a:cs typeface="+mn-lt"/>
              </a:rPr>
              <a:t>IMPBA: Image Mask </a:t>
            </a:r>
            <a:r>
              <a:rPr lang="tr-TR" sz="3200" dirty="0" err="1">
                <a:ea typeface="+mn-lt"/>
                <a:cs typeface="+mn-lt"/>
              </a:rPr>
              <a:t>Prediction</a:t>
            </a:r>
            <a:r>
              <a:rPr lang="tr-TR" sz="3200" dirty="0">
                <a:ea typeface="+mn-lt"/>
                <a:cs typeface="+mn-lt"/>
              </a:rPr>
              <a:t> </a:t>
            </a:r>
            <a:r>
              <a:rPr lang="tr-TR" sz="3200" dirty="0" err="1">
                <a:ea typeface="+mn-lt"/>
                <a:cs typeface="+mn-lt"/>
              </a:rPr>
              <a:t>and</a:t>
            </a:r>
            <a:r>
              <a:rPr lang="tr-TR" sz="3200" dirty="0">
                <a:ea typeface="+mn-lt"/>
                <a:cs typeface="+mn-lt"/>
              </a:rPr>
              <a:t> Background-</a:t>
            </a:r>
            <a:r>
              <a:rPr lang="tr-TR" sz="3200" dirty="0" err="1">
                <a:ea typeface="+mn-lt"/>
                <a:cs typeface="+mn-lt"/>
              </a:rPr>
              <a:t>Aware</a:t>
            </a:r>
            <a:r>
              <a:rPr lang="tr-TR" sz="3200" dirty="0">
                <a:ea typeface="+mn-lt"/>
                <a:cs typeface="+mn-lt"/>
              </a:rPr>
              <a:t> </a:t>
            </a:r>
            <a:r>
              <a:rPr lang="tr-TR" sz="3200" dirty="0" err="1">
                <a:ea typeface="+mn-lt"/>
                <a:cs typeface="+mn-lt"/>
              </a:rPr>
              <a:t>Inpainting</a:t>
            </a:r>
            <a:r>
              <a:rPr lang="tr-TR" sz="3200" dirty="0">
                <a:ea typeface="+mn-lt"/>
                <a:cs typeface="+mn-lt"/>
              </a:rPr>
              <a:t> </a:t>
            </a:r>
            <a:r>
              <a:rPr lang="tr-TR" sz="3200" dirty="0" err="1">
                <a:ea typeface="+mn-lt"/>
                <a:cs typeface="+mn-lt"/>
              </a:rPr>
              <a:t>for</a:t>
            </a:r>
            <a:r>
              <a:rPr lang="tr-TR" sz="3200" dirty="0">
                <a:ea typeface="+mn-lt"/>
                <a:cs typeface="+mn-lt"/>
              </a:rPr>
              <a:t> Object </a:t>
            </a:r>
            <a:r>
              <a:rPr lang="tr-TR" sz="3200" dirty="0" err="1">
                <a:ea typeface="+mn-lt"/>
                <a:cs typeface="+mn-lt"/>
              </a:rPr>
              <a:t>Removal</a:t>
            </a:r>
            <a:endParaRPr lang="tr-TR" dirty="0" err="1"/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98E71BB9-4DD1-A291-B681-07915C62853C}"/>
              </a:ext>
            </a:extLst>
          </p:cNvPr>
          <p:cNvSpPr txBox="1"/>
          <p:nvPr/>
        </p:nvSpPr>
        <p:spPr>
          <a:xfrm>
            <a:off x="9535581" y="5842813"/>
            <a:ext cx="953558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dirty="0"/>
              <a:t>Course: Image </a:t>
            </a:r>
            <a:r>
              <a:rPr lang="tr-TR" dirty="0" err="1"/>
              <a:t>Processing</a:t>
            </a:r>
          </a:p>
          <a:p>
            <a:r>
              <a:rPr lang="tr-TR" err="1"/>
              <a:t>Instructor</a:t>
            </a:r>
            <a:r>
              <a:rPr lang="tr-TR" dirty="0"/>
              <a:t>: </a:t>
            </a:r>
            <a:r>
              <a:rPr lang="tr-TR">
                <a:solidFill>
                  <a:srgbClr val="000000"/>
                </a:solidFill>
                <a:latin typeface="Corbel"/>
                <a:cs typeface="Arial"/>
              </a:rPr>
              <a:t>İlkay Öksüz </a:t>
            </a: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77336C1C-4187-5603-350D-D41764181AC5}"/>
              </a:ext>
            </a:extLst>
          </p:cNvPr>
          <p:cNvSpPr txBox="1"/>
          <p:nvPr/>
        </p:nvSpPr>
        <p:spPr>
          <a:xfrm>
            <a:off x="9535581" y="6487582"/>
            <a:ext cx="265804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dirty="0"/>
              <a:t>Baha </a:t>
            </a:r>
            <a:r>
              <a:rPr lang="tr-TR" dirty="0" err="1"/>
              <a:t>Kırbaşoğlu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744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16E67C6-A165-7275-7C44-E0755ACC2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003" y="4300414"/>
            <a:ext cx="10018713" cy="1156676"/>
          </a:xfrm>
        </p:spPr>
        <p:txBody>
          <a:bodyPr>
            <a:normAutofit fontScale="90000"/>
          </a:bodyPr>
          <a:lstStyle/>
          <a:p>
            <a:pPr algn="l"/>
            <a:r>
              <a:rPr lang="tr-TR" dirty="0"/>
              <a:t>                                       </a:t>
            </a:r>
            <a:br>
              <a:rPr lang="tr-TR" dirty="0"/>
            </a:br>
            <a:br>
              <a:rPr lang="tr-TR" dirty="0"/>
            </a:br>
            <a:br>
              <a:rPr lang="tr-TR" dirty="0"/>
            </a:br>
            <a:r>
              <a:rPr lang="tr-TR" dirty="0"/>
              <a:t>                             </a:t>
            </a:r>
            <a:r>
              <a:rPr lang="tr-TR">
                <a:ea typeface="+mj-lt"/>
                <a:cs typeface="+mj-lt"/>
              </a:rPr>
              <a:t>Outline</a:t>
            </a:r>
            <a:br>
              <a:rPr lang="tr-TR" dirty="0"/>
            </a:br>
            <a:br>
              <a:rPr lang="tr-TR" dirty="0"/>
            </a:br>
            <a:r>
              <a:rPr lang="tr-TR"/>
              <a:t>-Introduction &amp; Motivation</a:t>
            </a:r>
          </a:p>
          <a:p>
            <a:pPr algn="l"/>
            <a:r>
              <a:rPr lang="tr-TR">
                <a:ea typeface="+mj-lt"/>
                <a:cs typeface="+mj-lt"/>
              </a:rPr>
              <a:t>-Related Work</a:t>
            </a:r>
            <a:endParaRPr lang="tr-TR"/>
          </a:p>
          <a:p>
            <a:pPr algn="l"/>
            <a:r>
              <a:rPr lang="tr-TR">
                <a:ea typeface="+mj-lt"/>
                <a:cs typeface="+mj-lt"/>
              </a:rPr>
              <a:t>-Proposed Approach (IMPBA)</a:t>
            </a:r>
            <a:endParaRPr lang="tr-TR"/>
          </a:p>
          <a:p>
            <a:pPr algn="l"/>
            <a:r>
              <a:rPr lang="tr-TR">
                <a:ea typeface="+mj-lt"/>
                <a:cs typeface="+mj-lt"/>
              </a:rPr>
              <a:t>-Experimental Setup</a:t>
            </a:r>
            <a:endParaRPr lang="tr-TR"/>
          </a:p>
          <a:p>
            <a:pPr algn="l"/>
            <a:r>
              <a:rPr lang="tr-TR">
                <a:ea typeface="+mj-lt"/>
                <a:cs typeface="+mj-lt"/>
              </a:rPr>
              <a:t>-Results &amp; Discussion</a:t>
            </a:r>
            <a:endParaRPr lang="tr-TR"/>
          </a:p>
          <a:p>
            <a:pPr algn="l"/>
            <a:r>
              <a:rPr lang="tr-TR">
                <a:ea typeface="+mj-lt"/>
                <a:cs typeface="+mj-lt"/>
              </a:rPr>
              <a:t>-Conclusion &amp; Future Work</a:t>
            </a:r>
            <a:br>
              <a:rPr lang="tr-TR" dirty="0">
                <a:ea typeface="+mj-lt"/>
                <a:cs typeface="+mj-lt"/>
              </a:rPr>
            </a:br>
            <a:r>
              <a:rPr lang="tr-TR">
                <a:ea typeface="+mj-lt"/>
                <a:cs typeface="+mj-lt"/>
              </a:rPr>
              <a:t>-References</a:t>
            </a:r>
            <a:endParaRPr lang="tr-TR"/>
          </a:p>
          <a:p>
            <a:pPr algn="l"/>
            <a:endParaRPr lang="tr-TR" dirty="0"/>
          </a:p>
          <a:p>
            <a:pPr algn="l"/>
            <a:endParaRPr lang="tr-TR" dirty="0"/>
          </a:p>
          <a:p>
            <a:pPr algn="l"/>
            <a:br>
              <a:rPr lang="en-US" dirty="0"/>
            </a:br>
            <a:endParaRPr lang="tr-TR" dirty="0"/>
          </a:p>
          <a:p>
            <a:pPr algn="l"/>
            <a:br>
              <a:rPr lang="tr-TR" dirty="0"/>
            </a:br>
            <a:br>
              <a:rPr lang="tr-TR" dirty="0"/>
            </a:br>
            <a:br>
              <a:rPr lang="tr-TR" dirty="0"/>
            </a:br>
            <a:br>
              <a:rPr lang="tr-TR" dirty="0"/>
            </a:br>
            <a:br>
              <a:rPr lang="tr-TR" dirty="0"/>
            </a:br>
            <a:endParaRPr lang="tr-TR" dirty="0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395A68D6-78A4-B59E-2E46-AD238D7DAA44}"/>
              </a:ext>
            </a:extLst>
          </p:cNvPr>
          <p:cNvSpPr txBox="1"/>
          <p:nvPr/>
        </p:nvSpPr>
        <p:spPr>
          <a:xfrm>
            <a:off x="9535581" y="6487582"/>
            <a:ext cx="265804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dirty="0"/>
              <a:t>Baha </a:t>
            </a:r>
            <a:r>
              <a:rPr lang="tr-TR" dirty="0" err="1"/>
              <a:t>Kırbaşoğlu</a:t>
            </a:r>
          </a:p>
        </p:txBody>
      </p:sp>
    </p:spTree>
    <p:extLst>
      <p:ext uri="{BB962C8B-B14F-4D97-AF65-F5344CB8AC3E}">
        <p14:creationId xmlns:p14="http://schemas.microsoft.com/office/powerpoint/2010/main" val="3079194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0A26092-6852-2DDE-4D85-0C7F83996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6003" y="-379046"/>
            <a:ext cx="10018713" cy="1752599"/>
          </a:xfrm>
        </p:spPr>
        <p:txBody>
          <a:bodyPr/>
          <a:lstStyle/>
          <a:p>
            <a:r>
              <a:rPr lang="tr-TR">
                <a:ea typeface="+mj-lt"/>
                <a:cs typeface="+mj-lt"/>
              </a:rPr>
              <a:t>Introduction &amp; Motivation</a:t>
            </a:r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6F1B5C5-CF17-E149-B295-133B4AD41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5742" y="504264"/>
            <a:ext cx="10018713" cy="3808047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Clr>
                <a:srgbClr val="1287C3"/>
              </a:buClr>
            </a:pPr>
            <a:r>
              <a:rPr lang="tr-TR" sz="1600">
                <a:ea typeface="+mn-lt"/>
                <a:cs typeface="+mn-lt"/>
              </a:rPr>
              <a:t>     Image inpainting aims to reconstruct missing regions realistically</a:t>
            </a:r>
          </a:p>
          <a:p>
            <a:pPr>
              <a:buClr>
                <a:srgbClr val="1287C3"/>
              </a:buClr>
            </a:pPr>
            <a:r>
              <a:rPr lang="tr-TR" sz="1600">
                <a:ea typeface="+mn-lt"/>
                <a:cs typeface="+mn-lt"/>
              </a:rPr>
              <a:t>Object removal is more challenging due to semantic consistency</a:t>
            </a:r>
            <a:endParaRPr lang="tr-TR"/>
          </a:p>
          <a:p>
            <a:pPr>
              <a:buClr>
                <a:srgbClr val="1287C3"/>
              </a:buClr>
            </a:pPr>
            <a:r>
              <a:rPr lang="tr-TR" sz="1600">
                <a:ea typeface="+mn-lt"/>
                <a:cs typeface="+mn-lt"/>
              </a:rPr>
              <a:t>Large holes require global context understanding</a:t>
            </a:r>
            <a:endParaRPr lang="tr-TR"/>
          </a:p>
          <a:p>
            <a:pPr>
              <a:buClr>
                <a:srgbClr val="1287C3"/>
              </a:buClr>
            </a:pPr>
            <a:r>
              <a:rPr lang="tr-TR" sz="1600">
                <a:ea typeface="+mn-lt"/>
                <a:cs typeface="+mn-lt"/>
              </a:rPr>
              <a:t>Applications: photo editing, content creation, image forensics</a:t>
            </a:r>
            <a:endParaRPr lang="tr-TR"/>
          </a:p>
          <a:p>
            <a:pPr marL="0" indent="0">
              <a:buClr>
                <a:srgbClr val="1287C3"/>
              </a:buClr>
            </a:pPr>
            <a:endParaRPr lang="tr-TR" sz="1600" dirty="0">
              <a:ea typeface="+mn-lt"/>
              <a:cs typeface="+mn-lt"/>
            </a:endParaRP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8572FC02-D07A-3897-1708-EDD9CF3032C7}"/>
              </a:ext>
            </a:extLst>
          </p:cNvPr>
          <p:cNvSpPr txBox="1"/>
          <p:nvPr/>
        </p:nvSpPr>
        <p:spPr>
          <a:xfrm>
            <a:off x="9535581" y="6487582"/>
            <a:ext cx="265804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dirty="0"/>
              <a:t>Baha </a:t>
            </a:r>
            <a:r>
              <a:rPr lang="tr-TR" dirty="0" err="1"/>
              <a:t>Kırbaşoğlu</a:t>
            </a:r>
          </a:p>
        </p:txBody>
      </p:sp>
      <p:pic>
        <p:nvPicPr>
          <p:cNvPr id="4" name="Resim 3" descr="gelinlik, giyim, kişi, şahıs, elbise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ACE0B2B-6E40-7202-0A66-F7F15E876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7512" y="3414152"/>
            <a:ext cx="2085975" cy="2943225"/>
          </a:xfrm>
          <a:prstGeom prst="rect">
            <a:avLst/>
          </a:prstGeom>
        </p:spPr>
      </p:pic>
      <p:pic>
        <p:nvPicPr>
          <p:cNvPr id="6" name="Resim 5" descr="siyah, siyah beyaz, siluet, gölge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09D98D0-2AD9-15E9-1B6A-8511D89FE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7044" y="3414152"/>
            <a:ext cx="2095500" cy="2943225"/>
          </a:xfrm>
          <a:prstGeom prst="rect">
            <a:avLst/>
          </a:prstGeom>
        </p:spPr>
      </p:pic>
      <p:pic>
        <p:nvPicPr>
          <p:cNvPr id="7" name="Resim 6" descr="gelinlik, giyim, kişi, şahıs, elbise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6ED75B9-33BA-60CA-D82C-C8E473FB6B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544" y="3414152"/>
            <a:ext cx="2095500" cy="294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990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4FCD5AA-8824-F769-8222-368CCAD74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261" y="-266461"/>
            <a:ext cx="10018713" cy="1752599"/>
          </a:xfrm>
        </p:spPr>
        <p:txBody>
          <a:bodyPr/>
          <a:lstStyle/>
          <a:p>
            <a:r>
              <a:rPr lang="tr-TR">
                <a:ea typeface="+mj-lt"/>
                <a:cs typeface="+mj-lt"/>
              </a:rPr>
              <a:t>Why Object Removal is Hard</a:t>
            </a:r>
            <a:endParaRPr lang="tr-TR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B808BB45-9D55-6934-AAB2-FDF7EF31BED7}"/>
              </a:ext>
            </a:extLst>
          </p:cNvPr>
          <p:cNvSpPr txBox="1"/>
          <p:nvPr/>
        </p:nvSpPr>
        <p:spPr>
          <a:xfrm>
            <a:off x="9535581" y="6487582"/>
            <a:ext cx="265804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dirty="0"/>
              <a:t>Baha </a:t>
            </a:r>
            <a:r>
              <a:rPr lang="tr-TR" dirty="0" err="1"/>
              <a:t>Kırbaşoğlu</a:t>
            </a:r>
          </a:p>
        </p:txBody>
      </p:sp>
      <p:sp>
        <p:nvSpPr>
          <p:cNvPr id="8" name="İçerik Yer Tutucusu 7">
            <a:extLst>
              <a:ext uri="{FF2B5EF4-FFF2-40B4-BE49-F238E27FC236}">
                <a16:creationId xmlns:a16="http://schemas.microsoft.com/office/drawing/2014/main" id="{2CA60BC6-D9F9-60DD-57E5-3C3D97DFC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6060" y="1873250"/>
            <a:ext cx="10018713" cy="3124201"/>
          </a:xfrm>
        </p:spPr>
        <p:txBody>
          <a:bodyPr>
            <a:normAutofit/>
          </a:bodyPr>
          <a:lstStyle/>
          <a:p>
            <a:pPr>
              <a:buClr>
                <a:srgbClr val="1287C3"/>
              </a:buClr>
            </a:pPr>
            <a:r>
              <a:rPr lang="tr-TR">
                <a:ea typeface="+mn-lt"/>
                <a:cs typeface="+mn-lt"/>
              </a:rPr>
              <a:t>Large missing regions</a:t>
            </a:r>
            <a:endParaRPr lang="tr-TR"/>
          </a:p>
          <a:p>
            <a:pPr>
              <a:buClr>
                <a:srgbClr val="1287C3"/>
              </a:buClr>
            </a:pPr>
            <a:r>
              <a:rPr lang="tr-TR">
                <a:ea typeface="+mn-lt"/>
                <a:cs typeface="+mn-lt"/>
              </a:rPr>
              <a:t>Loss of structural cues</a:t>
            </a:r>
            <a:endParaRPr lang="tr-TR"/>
          </a:p>
          <a:p>
            <a:pPr>
              <a:buClr>
                <a:srgbClr val="1287C3"/>
              </a:buClr>
            </a:pPr>
            <a:r>
              <a:rPr lang="tr-TR">
                <a:ea typeface="+mn-lt"/>
                <a:cs typeface="+mn-lt"/>
              </a:rPr>
              <a:t>Texture and semantic ambiguity</a:t>
            </a:r>
            <a:endParaRPr lang="tr-TR"/>
          </a:p>
          <a:p>
            <a:pPr>
              <a:buClr>
                <a:srgbClr val="1287C3"/>
              </a:buClr>
            </a:pPr>
            <a:r>
              <a:rPr lang="tr-TR">
                <a:ea typeface="+mn-lt"/>
                <a:cs typeface="+mn-lt"/>
              </a:rPr>
              <a:t>Need for long-range dependencies</a:t>
            </a:r>
            <a:endParaRPr lang="tr-TR"/>
          </a:p>
          <a:p>
            <a:pPr>
              <a:buClr>
                <a:srgbClr val="1287C3"/>
              </a:buClr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145578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072F714-6A32-E3EF-1CAC-CB27081D7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2235" y="-290260"/>
            <a:ext cx="10018713" cy="1752599"/>
          </a:xfrm>
        </p:spPr>
        <p:txBody>
          <a:bodyPr/>
          <a:lstStyle/>
          <a:p>
            <a:r>
              <a:rPr lang="tr-TR">
                <a:ea typeface="+mj-lt"/>
                <a:cs typeface="+mj-lt"/>
              </a:rPr>
              <a:t>Related Work</a:t>
            </a:r>
            <a:endParaRPr lang="tr-TR"/>
          </a:p>
        </p:txBody>
      </p:sp>
      <p:sp>
        <p:nvSpPr>
          <p:cNvPr id="8" name="İçerik Yer Tutucusu 7">
            <a:extLst>
              <a:ext uri="{FF2B5EF4-FFF2-40B4-BE49-F238E27FC236}">
                <a16:creationId xmlns:a16="http://schemas.microsoft.com/office/drawing/2014/main" id="{1CCAEB28-5087-2C2B-BE83-0D224FA10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9599" y="2402416"/>
            <a:ext cx="10018713" cy="3124201"/>
          </a:xfrm>
        </p:spPr>
        <p:txBody>
          <a:bodyPr>
            <a:normAutofit/>
          </a:bodyPr>
          <a:lstStyle/>
          <a:p>
            <a:pPr marL="0" indent="0"/>
            <a:r>
              <a:rPr lang="tr-TR">
                <a:ea typeface="+mn-lt"/>
                <a:cs typeface="+mn-lt"/>
              </a:rPr>
              <a:t>CNN-based inpainting: limited global context</a:t>
            </a:r>
            <a:endParaRPr lang="tr-TR" dirty="0"/>
          </a:p>
          <a:p>
            <a:pPr>
              <a:buClr>
                <a:srgbClr val="1287C3"/>
              </a:buClr>
            </a:pPr>
            <a:r>
              <a:rPr lang="tr-TR">
                <a:ea typeface="+mn-lt"/>
                <a:cs typeface="+mn-lt"/>
              </a:rPr>
              <a:t>Transformer-based approaches (e.g., MAT)</a:t>
            </a:r>
            <a:endParaRPr lang="tr-TR"/>
          </a:p>
          <a:p>
            <a:pPr>
              <a:buClr>
                <a:srgbClr val="1287C3"/>
              </a:buClr>
            </a:pPr>
            <a:r>
              <a:rPr lang="tr-TR">
                <a:ea typeface="+mn-lt"/>
                <a:cs typeface="+mn-lt"/>
              </a:rPr>
              <a:t>Adversarial and perceptual learning methods</a:t>
            </a:r>
            <a:endParaRPr lang="tr-TR"/>
          </a:p>
          <a:p>
            <a:pPr>
              <a:buClr>
                <a:srgbClr val="1287C3"/>
              </a:buClr>
            </a:pPr>
            <a:r>
              <a:rPr lang="tr-TR">
                <a:ea typeface="+mn-lt"/>
                <a:cs typeface="+mn-lt"/>
              </a:rPr>
              <a:t>Trade-off: performance vs computational cost</a:t>
            </a:r>
            <a:endParaRPr lang="tr-TR"/>
          </a:p>
          <a:p>
            <a:pPr marL="0" indent="0">
              <a:buClr>
                <a:srgbClr val="1287C3"/>
              </a:buClr>
            </a:pPr>
            <a:endParaRPr lang="tr-TR" dirty="0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96D0F8DE-33BA-1A3C-53EA-7F0DCE98600C}"/>
              </a:ext>
            </a:extLst>
          </p:cNvPr>
          <p:cNvSpPr txBox="1"/>
          <p:nvPr/>
        </p:nvSpPr>
        <p:spPr>
          <a:xfrm>
            <a:off x="9535581" y="6487582"/>
            <a:ext cx="265804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dirty="0"/>
              <a:t>Baha </a:t>
            </a:r>
            <a:r>
              <a:rPr lang="tr-TR" dirty="0" err="1"/>
              <a:t>Kırbaşoğlu</a:t>
            </a:r>
          </a:p>
        </p:txBody>
      </p:sp>
    </p:spTree>
    <p:extLst>
      <p:ext uri="{BB962C8B-B14F-4D97-AF65-F5344CB8AC3E}">
        <p14:creationId xmlns:p14="http://schemas.microsoft.com/office/powerpoint/2010/main" val="3852134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1014E54-9D33-17E1-FC49-FC8E7FB30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-323687"/>
            <a:ext cx="10018713" cy="1752599"/>
          </a:xfrm>
        </p:spPr>
        <p:txBody>
          <a:bodyPr/>
          <a:lstStyle/>
          <a:p>
            <a:r>
              <a:rPr lang="tr-TR">
                <a:ea typeface="+mj-lt"/>
                <a:cs typeface="+mj-lt"/>
              </a:rPr>
              <a:t>Proposed Approach: IMPBA</a:t>
            </a:r>
            <a:endParaRPr lang="tr-TR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310DDD6F-CA35-A6D2-AA5B-B76BE48688BF}"/>
              </a:ext>
            </a:extLst>
          </p:cNvPr>
          <p:cNvSpPr txBox="1"/>
          <p:nvPr/>
        </p:nvSpPr>
        <p:spPr>
          <a:xfrm>
            <a:off x="9535581" y="6487582"/>
            <a:ext cx="265804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dirty="0"/>
              <a:t>Baha </a:t>
            </a:r>
            <a:r>
              <a:rPr lang="tr-TR" dirty="0" err="1"/>
              <a:t>Kırbaşoğlu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63842417-A8A3-BF55-1D7D-0188C70748E9}"/>
              </a:ext>
            </a:extLst>
          </p:cNvPr>
          <p:cNvSpPr txBox="1"/>
          <p:nvPr/>
        </p:nvSpPr>
        <p:spPr>
          <a:xfrm>
            <a:off x="1920140" y="1430961"/>
            <a:ext cx="4757504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tr-TR" sz="2400">
                <a:ea typeface="+mn-lt"/>
                <a:cs typeface="+mn-lt"/>
              </a:rPr>
              <a:t>Autoencoder-based image inpainting framework</a:t>
            </a:r>
            <a:endParaRPr lang="tr-TR" sz="2400"/>
          </a:p>
          <a:p>
            <a:pPr marL="285750" indent="-285750">
              <a:buFont typeface="Arial"/>
              <a:buChar char="•"/>
            </a:pPr>
            <a:r>
              <a:rPr lang="tr-TR" sz="2400">
                <a:ea typeface="+mn-lt"/>
                <a:cs typeface="+mn-lt"/>
              </a:rPr>
              <a:t>Two architectures:</a:t>
            </a:r>
            <a:endParaRPr lang="tr-TR" sz="2400"/>
          </a:p>
          <a:p>
            <a:pPr marL="742950" lvl="1" indent="-285750">
              <a:buFont typeface="Courier New"/>
              <a:buChar char="o"/>
            </a:pPr>
            <a:r>
              <a:rPr lang="tr-TR" sz="2400">
                <a:ea typeface="+mn-lt"/>
                <a:cs typeface="+mn-lt"/>
              </a:rPr>
              <a:t>U-Net-like baseline</a:t>
            </a:r>
            <a:endParaRPr lang="tr-TR" sz="2400"/>
          </a:p>
          <a:p>
            <a:pPr marL="742950" lvl="1" indent="-285750">
              <a:buFont typeface="Courier New"/>
              <a:buChar char="o"/>
            </a:pPr>
            <a:r>
              <a:rPr lang="tr-TR" sz="2400">
                <a:ea typeface="+mn-lt"/>
                <a:cs typeface="+mn-lt"/>
              </a:rPr>
              <a:t>Attention U-Net</a:t>
            </a:r>
            <a:endParaRPr lang="tr-TR" sz="2400"/>
          </a:p>
          <a:p>
            <a:pPr marL="285750" indent="-285750">
              <a:buFont typeface="Arial"/>
              <a:buChar char="•"/>
            </a:pPr>
            <a:r>
              <a:rPr lang="tr-TR" sz="2400">
                <a:ea typeface="+mn-lt"/>
                <a:cs typeface="+mn-lt"/>
              </a:rPr>
              <a:t>Focus on object removal scenarios</a:t>
            </a:r>
            <a:endParaRPr lang="tr-TR" sz="2400"/>
          </a:p>
          <a:p>
            <a:pPr marL="285750" indent="-285750">
              <a:buFont typeface="Arial"/>
              <a:buChar char="•"/>
            </a:pPr>
            <a:r>
              <a:rPr lang="tr-TR" sz="2400">
                <a:ea typeface="+mn-lt"/>
                <a:cs typeface="+mn-lt"/>
              </a:rPr>
              <a:t>Attention improves contextual reasoning</a:t>
            </a:r>
            <a:endParaRPr lang="tr-TR" sz="2400"/>
          </a:p>
          <a:p>
            <a:endParaRPr lang="tr-TR" dirty="0"/>
          </a:p>
        </p:txBody>
      </p:sp>
      <p:pic>
        <p:nvPicPr>
          <p:cNvPr id="7" name="Resim 6" descr="metin, ekran görüntüsü, diyagram, çizg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04ED362-CE50-8B31-7E2B-B0FE469F4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7111" y="1120309"/>
            <a:ext cx="5373221" cy="400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65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D253B7D-A1EF-B7EB-39E8-4D105E25A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-171450"/>
            <a:ext cx="10018713" cy="1752599"/>
          </a:xfrm>
        </p:spPr>
        <p:txBody>
          <a:bodyPr/>
          <a:lstStyle/>
          <a:p>
            <a:r>
              <a:rPr lang="tr-TR">
                <a:ea typeface="+mj-lt"/>
                <a:cs typeface="+mj-lt"/>
              </a:rPr>
              <a:t>Dataset &amp; Training Setup</a:t>
            </a:r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A2EE7DF-0A62-7A46-8419-1FA70FF20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575097"/>
            <a:ext cx="10018713" cy="3124201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/>
            <a:r>
              <a:rPr lang="tr-TR" sz="1800">
                <a:ea typeface="+mn-lt"/>
                <a:cs typeface="+mn-lt"/>
              </a:rPr>
              <a:t>Dataset: DeFacto Inpainting Dataset</a:t>
            </a:r>
            <a:endParaRPr lang="tr-TR" sz="1800"/>
          </a:p>
          <a:p>
            <a:pPr>
              <a:buClr>
                <a:srgbClr val="1287C3"/>
              </a:buClr>
            </a:pPr>
            <a:r>
              <a:rPr lang="tr-TR" sz="1800">
                <a:ea typeface="+mn-lt"/>
                <a:cs typeface="+mn-lt"/>
              </a:rPr>
              <a:t>~25,000 object removal samples</a:t>
            </a:r>
            <a:endParaRPr lang="tr-TR" sz="1800"/>
          </a:p>
          <a:p>
            <a:pPr>
              <a:buClr>
                <a:srgbClr val="1287C3"/>
              </a:buClr>
            </a:pPr>
            <a:r>
              <a:rPr lang="tr-TR" sz="1800">
                <a:ea typeface="+mn-lt"/>
                <a:cs typeface="+mn-lt"/>
              </a:rPr>
              <a:t>Resolution: 256 × 256</a:t>
            </a:r>
            <a:endParaRPr lang="tr-TR" sz="1800"/>
          </a:p>
          <a:p>
            <a:pPr>
              <a:buClr>
                <a:srgbClr val="1287C3"/>
              </a:buClr>
            </a:pPr>
            <a:r>
              <a:rPr lang="tr-TR" sz="1800">
                <a:ea typeface="+mn-lt"/>
                <a:cs typeface="+mn-lt"/>
              </a:rPr>
              <a:t>Loss functions:</a:t>
            </a:r>
            <a:endParaRPr lang="tr-TR" sz="1800"/>
          </a:p>
          <a:p>
            <a:pPr lvl="1">
              <a:buClr>
                <a:srgbClr val="1287C3"/>
              </a:buClr>
              <a:buFont typeface="Courier New"/>
              <a:buChar char="o"/>
            </a:pPr>
            <a:r>
              <a:rPr lang="tr-TR" sz="1400">
                <a:ea typeface="+mn-lt"/>
                <a:cs typeface="+mn-lt"/>
              </a:rPr>
              <a:t>MSE</a:t>
            </a:r>
            <a:endParaRPr lang="tr-TR" sz="1400"/>
          </a:p>
          <a:p>
            <a:pPr lvl="1">
              <a:buClr>
                <a:srgbClr val="1287C3"/>
              </a:buClr>
              <a:buFont typeface="Courier New"/>
              <a:buChar char="o"/>
            </a:pPr>
            <a:r>
              <a:rPr lang="tr-TR" sz="1400">
                <a:ea typeface="+mn-lt"/>
                <a:cs typeface="+mn-lt"/>
              </a:rPr>
              <a:t>Perceptual Loss (VGG19)</a:t>
            </a:r>
            <a:endParaRPr lang="tr-TR" sz="1400"/>
          </a:p>
          <a:p>
            <a:pPr>
              <a:buClr>
                <a:srgbClr val="1287C3"/>
              </a:buClr>
            </a:pPr>
            <a:r>
              <a:rPr lang="tr-TR" sz="1800">
                <a:ea typeface="+mn-lt"/>
                <a:cs typeface="+mn-lt"/>
              </a:rPr>
              <a:t>Training on NVIDIA A100 GPU</a:t>
            </a:r>
            <a:endParaRPr lang="tr-TR" sz="1800"/>
          </a:p>
          <a:p>
            <a:pPr marL="0" indent="0">
              <a:spcBef>
                <a:spcPts val="20"/>
              </a:spcBef>
              <a:buClr>
                <a:srgbClr val="1287C3"/>
              </a:buClr>
            </a:pPr>
            <a:endParaRPr lang="tr-TR" sz="1600" dirty="0"/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BB27695D-851A-2E9F-6D97-3B9DDED7FE5F}"/>
              </a:ext>
            </a:extLst>
          </p:cNvPr>
          <p:cNvSpPr txBox="1"/>
          <p:nvPr/>
        </p:nvSpPr>
        <p:spPr>
          <a:xfrm>
            <a:off x="9535581" y="6487582"/>
            <a:ext cx="265804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dirty="0"/>
              <a:t>Baha </a:t>
            </a:r>
            <a:r>
              <a:rPr lang="tr-TR" dirty="0" err="1"/>
              <a:t>Kırbaşoğlu</a:t>
            </a:r>
          </a:p>
        </p:txBody>
      </p:sp>
      <p:pic>
        <p:nvPicPr>
          <p:cNvPr id="4" name="Resim 3" descr="defacto-inpainting">
            <a:extLst>
              <a:ext uri="{FF2B5EF4-FFF2-40B4-BE49-F238E27FC236}">
                <a16:creationId xmlns:a16="http://schemas.microsoft.com/office/drawing/2014/main" id="{918B5086-83F6-2484-056B-57764485C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818" y="1920970"/>
            <a:ext cx="4364130" cy="220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463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9899132-A9E1-6C5B-E0B1-19B97BBA8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5478" y="-2117"/>
            <a:ext cx="10018713" cy="1752599"/>
          </a:xfrm>
        </p:spPr>
        <p:txBody>
          <a:bodyPr/>
          <a:lstStyle/>
          <a:p>
            <a:r>
              <a:rPr lang="tr-TR">
                <a:ea typeface="+mj-lt"/>
                <a:cs typeface="+mj-lt"/>
              </a:rPr>
              <a:t>Evaluation Metrics</a:t>
            </a:r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218E721-9972-F6FF-3692-9C6926059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6143" y="1682749"/>
            <a:ext cx="10018713" cy="4709425"/>
          </a:xfrm>
        </p:spPr>
        <p:txBody>
          <a:bodyPr>
            <a:normAutofit/>
          </a:bodyPr>
          <a:lstStyle/>
          <a:p>
            <a:pPr>
              <a:buClr>
                <a:srgbClr val="1287C3"/>
              </a:buClr>
            </a:pPr>
            <a:r>
              <a:rPr lang="tr-TR" b="1">
                <a:ea typeface="+mn-lt"/>
                <a:cs typeface="+mn-lt"/>
              </a:rPr>
              <a:t>PSNR</a:t>
            </a:r>
            <a:r>
              <a:rPr lang="tr-TR">
                <a:ea typeface="+mn-lt"/>
                <a:cs typeface="+mn-lt"/>
              </a:rPr>
              <a:t> – pixel-level accuracy</a:t>
            </a:r>
            <a:endParaRPr lang="tr-TR"/>
          </a:p>
          <a:p>
            <a:pPr>
              <a:buClr>
                <a:srgbClr val="1287C3"/>
              </a:buClr>
            </a:pPr>
            <a:r>
              <a:rPr lang="tr-TR" b="1">
                <a:ea typeface="+mn-lt"/>
                <a:cs typeface="+mn-lt"/>
              </a:rPr>
              <a:t>SSIM</a:t>
            </a:r>
            <a:r>
              <a:rPr lang="tr-TR">
                <a:ea typeface="+mn-lt"/>
                <a:cs typeface="+mn-lt"/>
              </a:rPr>
              <a:t> – structural similarity</a:t>
            </a:r>
            <a:endParaRPr lang="tr-TR"/>
          </a:p>
          <a:p>
            <a:pPr>
              <a:buClr>
                <a:srgbClr val="1287C3"/>
              </a:buClr>
            </a:pPr>
            <a:r>
              <a:rPr lang="tr-TR" b="1">
                <a:ea typeface="+mn-lt"/>
                <a:cs typeface="+mn-lt"/>
              </a:rPr>
              <a:t>LPIPS</a:t>
            </a:r>
            <a:r>
              <a:rPr lang="tr-TR">
                <a:ea typeface="+mn-lt"/>
                <a:cs typeface="+mn-lt"/>
              </a:rPr>
              <a:t> – perceptual similarity</a:t>
            </a:r>
            <a:endParaRPr lang="tr-TR"/>
          </a:p>
          <a:p>
            <a:pPr>
              <a:buClr>
                <a:srgbClr val="1287C3"/>
              </a:buClr>
            </a:pPr>
            <a:endParaRPr lang="tr-TR" dirty="0"/>
          </a:p>
          <a:p>
            <a:pPr lvl="1">
              <a:buClr>
                <a:srgbClr val="1287C3"/>
              </a:buClr>
            </a:pPr>
            <a:r>
              <a:rPr lang="tr-TR">
                <a:ea typeface="+mn-lt"/>
                <a:cs typeface="+mn-lt"/>
              </a:rPr>
              <a:t>Perceptual quality ≠ pixel accuracy</a:t>
            </a:r>
            <a:endParaRPr lang="tr-TR"/>
          </a:p>
          <a:p>
            <a:pPr>
              <a:buClr>
                <a:srgbClr val="1287C3"/>
              </a:buClr>
            </a:pPr>
            <a:endParaRPr lang="tr-TR" b="1" dirty="0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863917B6-0189-9689-0F16-20A80EBF5539}"/>
              </a:ext>
            </a:extLst>
          </p:cNvPr>
          <p:cNvSpPr txBox="1"/>
          <p:nvPr/>
        </p:nvSpPr>
        <p:spPr>
          <a:xfrm>
            <a:off x="9535581" y="6487582"/>
            <a:ext cx="265804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dirty="0"/>
              <a:t>Baha </a:t>
            </a:r>
            <a:r>
              <a:rPr lang="tr-TR" dirty="0" err="1"/>
              <a:t>Kırbaşoğlu</a:t>
            </a:r>
          </a:p>
        </p:txBody>
      </p:sp>
    </p:spTree>
    <p:extLst>
      <p:ext uri="{BB962C8B-B14F-4D97-AF65-F5344CB8AC3E}">
        <p14:creationId xmlns:p14="http://schemas.microsoft.com/office/powerpoint/2010/main" val="990209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8022703-2ABF-CC1D-F205-159144960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471" y="70165"/>
            <a:ext cx="10018713" cy="1752599"/>
          </a:xfrm>
        </p:spPr>
        <p:txBody>
          <a:bodyPr/>
          <a:lstStyle/>
          <a:p>
            <a:r>
              <a:rPr lang="tr-TR">
                <a:ea typeface="+mj-lt"/>
                <a:cs typeface="+mj-lt"/>
              </a:rPr>
              <a:t>Experimental Results</a:t>
            </a:r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717D3BA-0805-E9B6-378E-BBB07456D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7973" y="816268"/>
            <a:ext cx="10018713" cy="5516034"/>
          </a:xfrm>
        </p:spPr>
        <p:txBody>
          <a:bodyPr>
            <a:noAutofit/>
          </a:bodyPr>
          <a:lstStyle/>
          <a:p>
            <a:pPr>
              <a:buClr>
                <a:srgbClr val="1287C3"/>
              </a:buClr>
            </a:pPr>
            <a:r>
              <a:rPr lang="tr-TR" sz="2000">
                <a:ea typeface="+mn-lt"/>
                <a:cs typeface="+mn-lt"/>
              </a:rPr>
              <a:t>Attention U-Net → higher SSIM</a:t>
            </a:r>
            <a:endParaRPr lang="tr-TR" sz="2000"/>
          </a:p>
          <a:p>
            <a:pPr>
              <a:buClr>
                <a:srgbClr val="1287C3"/>
              </a:buClr>
            </a:pPr>
            <a:r>
              <a:rPr lang="tr-TR" sz="2000">
                <a:ea typeface="+mn-lt"/>
                <a:cs typeface="+mn-lt"/>
              </a:rPr>
              <a:t>Perceptual loss → best LPIPS</a:t>
            </a:r>
            <a:endParaRPr lang="tr-TR" sz="2000"/>
          </a:p>
          <a:p>
            <a:pPr>
              <a:buClr>
                <a:srgbClr val="1287C3"/>
              </a:buClr>
            </a:pPr>
            <a:r>
              <a:rPr lang="tr-TR" sz="2000">
                <a:ea typeface="+mn-lt"/>
                <a:cs typeface="+mn-lt"/>
              </a:rPr>
              <a:t>Different metrics capture different qualities</a:t>
            </a:r>
            <a:endParaRPr lang="tr-TR" sz="2000"/>
          </a:p>
          <a:p>
            <a:pPr>
              <a:buClr>
                <a:srgbClr val="1287C3"/>
              </a:buClr>
            </a:pPr>
            <a:r>
              <a:rPr lang="tr-TR" sz="2000">
                <a:ea typeface="+mn-lt"/>
                <a:cs typeface="+mn-lt"/>
              </a:rPr>
              <a:t>Attention mechanisms improve perceptual consistency in large missing regions.</a:t>
            </a:r>
            <a:endParaRPr lang="tr-TR" sz="2000" dirty="0"/>
          </a:p>
          <a:p>
            <a:pPr marL="0" indent="0">
              <a:buNone/>
            </a:pPr>
            <a:endParaRPr lang="tr-TR" sz="1400" dirty="0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E294D7E2-1CCE-6DD2-9213-EC2CE58BF45C}"/>
              </a:ext>
            </a:extLst>
          </p:cNvPr>
          <p:cNvSpPr txBox="1"/>
          <p:nvPr/>
        </p:nvSpPr>
        <p:spPr>
          <a:xfrm>
            <a:off x="9535581" y="6487582"/>
            <a:ext cx="265804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dirty="0"/>
              <a:t>Baha </a:t>
            </a:r>
            <a:r>
              <a:rPr lang="tr-TR" dirty="0" err="1"/>
              <a:t>Kırbaşoğlu</a:t>
            </a:r>
          </a:p>
        </p:txBody>
      </p:sp>
    </p:spTree>
    <p:extLst>
      <p:ext uri="{BB962C8B-B14F-4D97-AF65-F5344CB8AC3E}">
        <p14:creationId xmlns:p14="http://schemas.microsoft.com/office/powerpoint/2010/main" val="2650461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 descr="metin, ekran görüntüsü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EC10B27-3520-500D-65E8-B5682CB37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21" y="-280"/>
            <a:ext cx="12208248" cy="6847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3019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35A9009-95AF-34F8-EA90-36EA0F02E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9561" y="-2117"/>
            <a:ext cx="10018713" cy="1752599"/>
          </a:xfrm>
        </p:spPr>
        <p:txBody>
          <a:bodyPr/>
          <a:lstStyle/>
          <a:p>
            <a:r>
              <a:rPr lang="tr-TR">
                <a:ea typeface="+mj-lt"/>
                <a:cs typeface="+mj-lt"/>
              </a:rPr>
              <a:t>Discussion</a:t>
            </a:r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4ECBC50-ECC7-AA66-469E-9980B1953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9561" y="1753696"/>
            <a:ext cx="10018713" cy="3124201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buClr>
                <a:srgbClr val="1287C3"/>
              </a:buClr>
            </a:pPr>
            <a:r>
              <a:rPr lang="tr-TR">
                <a:ea typeface="+mn-lt"/>
                <a:cs typeface="+mn-lt"/>
              </a:rPr>
              <a:t>Strengths:</a:t>
            </a:r>
            <a:endParaRPr lang="tr-TR"/>
          </a:p>
          <a:p>
            <a:pPr lvl="1">
              <a:buClr>
                <a:srgbClr val="1287C3"/>
              </a:buClr>
              <a:buFont typeface="Courier New"/>
              <a:buChar char="o"/>
            </a:pPr>
            <a:r>
              <a:rPr lang="tr-TR">
                <a:ea typeface="+mn-lt"/>
                <a:cs typeface="+mn-lt"/>
              </a:rPr>
              <a:t>Improved perceptual realism</a:t>
            </a:r>
            <a:endParaRPr lang="tr-TR"/>
          </a:p>
          <a:p>
            <a:pPr lvl="1">
              <a:buClr>
                <a:srgbClr val="1287C3"/>
              </a:buClr>
              <a:buFont typeface="Courier New"/>
              <a:buChar char="o"/>
            </a:pPr>
            <a:r>
              <a:rPr lang="tr-TR">
                <a:ea typeface="+mn-lt"/>
                <a:cs typeface="+mn-lt"/>
              </a:rPr>
              <a:t>Better structural consistency</a:t>
            </a:r>
            <a:endParaRPr lang="tr-TR"/>
          </a:p>
          <a:p>
            <a:pPr>
              <a:buClr>
                <a:srgbClr val="1287C3"/>
              </a:buClr>
            </a:pPr>
            <a:r>
              <a:rPr lang="tr-TR">
                <a:ea typeface="+mn-lt"/>
                <a:cs typeface="+mn-lt"/>
              </a:rPr>
              <a:t>Limitations:</a:t>
            </a:r>
            <a:endParaRPr lang="tr-TR"/>
          </a:p>
          <a:p>
            <a:pPr lvl="1">
              <a:buClr>
                <a:srgbClr val="1287C3"/>
              </a:buClr>
              <a:buFont typeface="Courier New"/>
              <a:buChar char="o"/>
            </a:pPr>
            <a:r>
              <a:rPr lang="tr-TR">
                <a:ea typeface="+mn-lt"/>
                <a:cs typeface="+mn-lt"/>
              </a:rPr>
              <a:t>Resolution constrained to 256×256</a:t>
            </a:r>
            <a:endParaRPr lang="tr-TR"/>
          </a:p>
          <a:p>
            <a:pPr lvl="1">
              <a:buClr>
                <a:srgbClr val="1287C3"/>
              </a:buClr>
              <a:buFont typeface="Courier New"/>
              <a:buChar char="o"/>
            </a:pPr>
            <a:r>
              <a:rPr lang="tr-TR">
                <a:ea typeface="+mn-lt"/>
                <a:cs typeface="+mn-lt"/>
              </a:rPr>
              <a:t>Performance drops in very complex textures</a:t>
            </a:r>
            <a:endParaRPr lang="tr-TR"/>
          </a:p>
          <a:p>
            <a:pPr>
              <a:buClr>
                <a:srgbClr val="1287C3"/>
              </a:buClr>
            </a:pPr>
            <a:endParaRPr lang="tr-TR" dirty="0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1F957D0A-6821-3EC9-F1F2-776D60A3A84A}"/>
              </a:ext>
            </a:extLst>
          </p:cNvPr>
          <p:cNvSpPr txBox="1"/>
          <p:nvPr/>
        </p:nvSpPr>
        <p:spPr>
          <a:xfrm>
            <a:off x="9535581" y="6487582"/>
            <a:ext cx="265804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dirty="0"/>
              <a:t>Baha </a:t>
            </a:r>
            <a:r>
              <a:rPr lang="tr-TR" dirty="0" err="1"/>
              <a:t>Kırbaşoğlu</a:t>
            </a:r>
          </a:p>
        </p:txBody>
      </p:sp>
    </p:spTree>
    <p:extLst>
      <p:ext uri="{BB962C8B-B14F-4D97-AF65-F5344CB8AC3E}">
        <p14:creationId xmlns:p14="http://schemas.microsoft.com/office/powerpoint/2010/main" val="3812186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97D6322-F20C-2B8A-658F-5783744AD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9578" y="0"/>
            <a:ext cx="10018713" cy="1752599"/>
          </a:xfrm>
        </p:spPr>
        <p:txBody>
          <a:bodyPr/>
          <a:lstStyle/>
          <a:p>
            <a:r>
              <a:rPr lang="tr-TR">
                <a:ea typeface="+mj-lt"/>
                <a:cs typeface="+mj-lt"/>
              </a:rPr>
              <a:t>Conclusion</a:t>
            </a:r>
            <a:endParaRPr lang="tr-TR"/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BA32ABFA-845B-696F-0538-2EDDDC05FBF4}"/>
              </a:ext>
            </a:extLst>
          </p:cNvPr>
          <p:cNvSpPr txBox="1"/>
          <p:nvPr/>
        </p:nvSpPr>
        <p:spPr>
          <a:xfrm>
            <a:off x="1664766" y="2072301"/>
            <a:ext cx="7524653" cy="240065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tr-TR" sz="2800">
                <a:ea typeface="+mn-lt"/>
                <a:cs typeface="+mn-lt"/>
              </a:rPr>
              <a:t>Attention improves object removal inpainting</a:t>
            </a:r>
            <a:endParaRPr lang="tr-TR" sz="2800"/>
          </a:p>
          <a:p>
            <a:pPr marL="285750" indent="-285750">
              <a:buFont typeface="Arial"/>
              <a:buChar char="•"/>
            </a:pPr>
            <a:r>
              <a:rPr lang="tr-TR" sz="2800">
                <a:ea typeface="+mn-lt"/>
                <a:cs typeface="+mn-lt"/>
              </a:rPr>
              <a:t>Perceptual loss enhances visual realism</a:t>
            </a:r>
            <a:endParaRPr lang="tr-TR" sz="2800"/>
          </a:p>
          <a:p>
            <a:pPr marL="285750" indent="-285750">
              <a:buFont typeface="Arial"/>
              <a:buChar char="•"/>
            </a:pPr>
            <a:r>
              <a:rPr lang="tr-TR" sz="2800">
                <a:ea typeface="+mn-lt"/>
                <a:cs typeface="+mn-lt"/>
              </a:rPr>
              <a:t>IMPBA is effective under limited resources</a:t>
            </a:r>
            <a:endParaRPr lang="tr-TR" sz="2800"/>
          </a:p>
          <a:p>
            <a:pPr marL="285750" indent="-285750">
              <a:buFont typeface="Arial"/>
              <a:buChar char="•"/>
            </a:pPr>
            <a:r>
              <a:rPr lang="tr-TR" sz="2800">
                <a:ea typeface="+mn-lt"/>
                <a:cs typeface="+mn-lt"/>
              </a:rPr>
              <a:t>Suitable for real-world object removal tasks</a:t>
            </a:r>
            <a:endParaRPr lang="tr-TR" sz="2800"/>
          </a:p>
          <a:p>
            <a:endParaRPr lang="tr-TR" dirty="0"/>
          </a:p>
          <a:p>
            <a:r>
              <a:rPr lang="tr-TR" sz="2000">
                <a:ea typeface="+mn-lt"/>
                <a:cs typeface="+mn-lt"/>
              </a:rPr>
              <a:t>Attention-based inpainting achieves more realistic object removal.</a:t>
            </a:r>
            <a:endParaRPr lang="tr-TR" sz="2000"/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D6FBB06F-1084-5FFE-B11F-99B28045F5D9}"/>
              </a:ext>
            </a:extLst>
          </p:cNvPr>
          <p:cNvSpPr txBox="1"/>
          <p:nvPr/>
        </p:nvSpPr>
        <p:spPr>
          <a:xfrm>
            <a:off x="9535581" y="6487582"/>
            <a:ext cx="265804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dirty="0"/>
              <a:t>Baha </a:t>
            </a:r>
            <a:r>
              <a:rPr lang="tr-TR" dirty="0" err="1"/>
              <a:t>Kırbaşoğlu</a:t>
            </a:r>
          </a:p>
        </p:txBody>
      </p:sp>
    </p:spTree>
    <p:extLst>
      <p:ext uri="{BB962C8B-B14F-4D97-AF65-F5344CB8AC3E}">
        <p14:creationId xmlns:p14="http://schemas.microsoft.com/office/powerpoint/2010/main" val="2635719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95F9FE4-2BB6-50A9-78CD-2ECBF74B0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-256117"/>
            <a:ext cx="10018713" cy="1752599"/>
          </a:xfrm>
        </p:spPr>
        <p:txBody>
          <a:bodyPr/>
          <a:lstStyle/>
          <a:p>
            <a:r>
              <a:rPr lang="tr-TR">
                <a:ea typeface="+mj-lt"/>
                <a:cs typeface="+mj-lt"/>
              </a:rPr>
              <a:t>Future Work</a:t>
            </a:r>
            <a:endParaRPr lang="tr-TR"/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91F795C0-D0E6-C79D-84AC-5ECCAA28136D}"/>
              </a:ext>
            </a:extLst>
          </p:cNvPr>
          <p:cNvSpPr txBox="1"/>
          <p:nvPr/>
        </p:nvSpPr>
        <p:spPr>
          <a:xfrm>
            <a:off x="1829043" y="2023556"/>
            <a:ext cx="6862044" cy="209288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tr-TR" sz="2800">
                <a:ea typeface="+mn-lt"/>
                <a:cs typeface="+mn-lt"/>
              </a:rPr>
              <a:t>Higher-resolution inpainting</a:t>
            </a:r>
            <a:endParaRPr lang="tr-TR" sz="2800"/>
          </a:p>
          <a:p>
            <a:pPr marL="285750" indent="-285750">
              <a:buFont typeface="Arial"/>
              <a:buChar char="•"/>
            </a:pPr>
            <a:r>
              <a:rPr lang="tr-TR" sz="2800">
                <a:ea typeface="+mn-lt"/>
                <a:cs typeface="+mn-lt"/>
              </a:rPr>
              <a:t>Transformer-based hybrid architectures</a:t>
            </a:r>
            <a:endParaRPr lang="tr-TR" sz="2800"/>
          </a:p>
          <a:p>
            <a:pPr marL="285750" indent="-285750">
              <a:buFont typeface="Arial"/>
              <a:buChar char="•"/>
            </a:pPr>
            <a:r>
              <a:rPr lang="tr-TR" sz="2800">
                <a:ea typeface="+mn-lt"/>
                <a:cs typeface="+mn-lt"/>
              </a:rPr>
              <a:t>Adversarial training</a:t>
            </a:r>
            <a:endParaRPr lang="tr-TR" sz="2800"/>
          </a:p>
          <a:p>
            <a:pPr marL="285750" indent="-285750">
              <a:buFont typeface="Arial"/>
              <a:buChar char="•"/>
            </a:pPr>
            <a:r>
              <a:rPr lang="tr-TR" sz="2800">
                <a:ea typeface="+mn-lt"/>
                <a:cs typeface="+mn-lt"/>
              </a:rPr>
              <a:t>Larger and more diverse datasets</a:t>
            </a:r>
            <a:endParaRPr lang="tr-TR" sz="2800"/>
          </a:p>
          <a:p>
            <a:endParaRPr lang="tr-TR" dirty="0"/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5FAE897D-2F18-1A41-C3F7-D0466E183910}"/>
              </a:ext>
            </a:extLst>
          </p:cNvPr>
          <p:cNvSpPr txBox="1"/>
          <p:nvPr/>
        </p:nvSpPr>
        <p:spPr>
          <a:xfrm>
            <a:off x="9535581" y="6487582"/>
            <a:ext cx="265804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dirty="0"/>
              <a:t>Baha </a:t>
            </a:r>
            <a:r>
              <a:rPr lang="tr-TR" dirty="0" err="1"/>
              <a:t>Kırbaşoğlu</a:t>
            </a:r>
          </a:p>
        </p:txBody>
      </p:sp>
    </p:spTree>
    <p:extLst>
      <p:ext uri="{BB962C8B-B14F-4D97-AF65-F5344CB8AC3E}">
        <p14:creationId xmlns:p14="http://schemas.microsoft.com/office/powerpoint/2010/main" val="3339182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599D910-845C-C6AB-CAB2-4854DA41B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-309033"/>
            <a:ext cx="10018713" cy="1752599"/>
          </a:xfrm>
        </p:spPr>
        <p:txBody>
          <a:bodyPr/>
          <a:lstStyle/>
          <a:p>
            <a:r>
              <a:rPr lang="tr-TR">
                <a:ea typeface="+mj-lt"/>
                <a:cs typeface="+mj-lt"/>
              </a:rPr>
              <a:t>References</a:t>
            </a:r>
            <a:endParaRPr lang="tr-TR"/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E1362748-1322-BC82-5B89-1A9C552BD582}"/>
              </a:ext>
            </a:extLst>
          </p:cNvPr>
          <p:cNvSpPr txBox="1"/>
          <p:nvPr/>
        </p:nvSpPr>
        <p:spPr>
          <a:xfrm>
            <a:off x="2057480" y="2654384"/>
            <a:ext cx="6221806" cy="160043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tr-TR" sz="2800">
                <a:ea typeface="+mn-lt"/>
                <a:cs typeface="+mn-lt"/>
              </a:rPr>
              <a:t>Li et al., MAT, CVPR 2022</a:t>
            </a:r>
            <a:endParaRPr lang="tr-TR" sz="2800"/>
          </a:p>
          <a:p>
            <a:pPr marL="285750" indent="-285750">
              <a:buFont typeface="Arial"/>
              <a:buChar char="•"/>
            </a:pPr>
            <a:r>
              <a:rPr lang="tr-TR" sz="2800">
                <a:ea typeface="+mn-lt"/>
                <a:cs typeface="+mn-lt"/>
              </a:rPr>
              <a:t>Zuo et al., Generative Inpainting</a:t>
            </a:r>
            <a:endParaRPr lang="tr-TR" sz="2800"/>
          </a:p>
          <a:p>
            <a:pPr marL="285750" indent="-285750">
              <a:buFont typeface="Arial"/>
              <a:buChar char="•"/>
            </a:pPr>
            <a:r>
              <a:rPr lang="tr-TR" sz="2800">
                <a:ea typeface="+mn-lt"/>
                <a:cs typeface="+mn-lt"/>
              </a:rPr>
              <a:t>DeFacto Dataset</a:t>
            </a:r>
            <a:endParaRPr lang="tr-TR" sz="2800"/>
          </a:p>
          <a:p>
            <a:endParaRPr lang="tr-TR" sz="1400" b="1" dirty="0"/>
          </a:p>
        </p:txBody>
      </p:sp>
      <p:sp>
        <p:nvSpPr>
          <p:cNvPr id="19" name="Metin kutusu 18">
            <a:extLst>
              <a:ext uri="{FF2B5EF4-FFF2-40B4-BE49-F238E27FC236}">
                <a16:creationId xmlns:a16="http://schemas.microsoft.com/office/drawing/2014/main" id="{7818715E-1ABC-DE60-917E-C201CB3E3AC8}"/>
              </a:ext>
            </a:extLst>
          </p:cNvPr>
          <p:cNvSpPr txBox="1"/>
          <p:nvPr/>
        </p:nvSpPr>
        <p:spPr>
          <a:xfrm>
            <a:off x="9535581" y="6487582"/>
            <a:ext cx="265804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dirty="0"/>
              <a:t>Baha </a:t>
            </a:r>
            <a:r>
              <a:rPr lang="tr-TR" dirty="0" err="1"/>
              <a:t>Kırbaşoğlu</a:t>
            </a:r>
          </a:p>
        </p:txBody>
      </p:sp>
    </p:spTree>
    <p:extLst>
      <p:ext uri="{BB962C8B-B14F-4D97-AF65-F5344CB8AC3E}">
        <p14:creationId xmlns:p14="http://schemas.microsoft.com/office/powerpoint/2010/main" val="10414133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61EBAAC-A779-2F77-7062-66CAE5D4A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16457"/>
            <a:ext cx="10018713" cy="1752599"/>
          </a:xfrm>
        </p:spPr>
        <p:txBody>
          <a:bodyPr/>
          <a:lstStyle/>
          <a:p>
            <a:r>
              <a:rPr lang="tr-TR">
                <a:ea typeface="+mj-lt"/>
                <a:cs typeface="+mj-lt"/>
              </a:rPr>
              <a:t>Thank You for Your Attention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CA9EB28-B3D4-DAF1-D3E3-2A1BE75FA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2975" y="1234568"/>
            <a:ext cx="10018713" cy="4683112"/>
          </a:xfrm>
        </p:spPr>
        <p:txBody>
          <a:bodyPr>
            <a:normAutofit/>
          </a:bodyPr>
          <a:lstStyle/>
          <a:p>
            <a:pPr marL="0" indent="0">
              <a:buClr>
                <a:srgbClr val="1287C3"/>
              </a:buClr>
              <a:buNone/>
            </a:pPr>
            <a:r>
              <a:rPr lang="tr-TR" sz="3600">
                <a:ea typeface="+mn-lt"/>
                <a:cs typeface="+mn-lt"/>
              </a:rPr>
              <a:t>Questions?</a:t>
            </a:r>
            <a:endParaRPr lang="tr-TR" sz="3600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DF0A128F-E5A9-69D0-4D84-2BC87D831104}"/>
              </a:ext>
            </a:extLst>
          </p:cNvPr>
          <p:cNvSpPr txBox="1"/>
          <p:nvPr/>
        </p:nvSpPr>
        <p:spPr>
          <a:xfrm>
            <a:off x="9535581" y="6487582"/>
            <a:ext cx="265804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dirty="0"/>
              <a:t>Baha </a:t>
            </a:r>
            <a:r>
              <a:rPr lang="tr-TR" dirty="0" err="1"/>
              <a:t>Kırbaşoğlu</a:t>
            </a:r>
          </a:p>
        </p:txBody>
      </p:sp>
    </p:spTree>
    <p:extLst>
      <p:ext uri="{BB962C8B-B14F-4D97-AF65-F5344CB8AC3E}">
        <p14:creationId xmlns:p14="http://schemas.microsoft.com/office/powerpoint/2010/main" val="34756580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Metadata/LabelInfo.xml><?xml version="1.0" encoding="utf-8"?>
<clbl:labelList xmlns:clbl="http://schemas.microsoft.com/office/2020/mipLabelMetadata">
  <clbl:label id="{a3f0fff9-aec2-421d-8894-1ab8ee827ac2}" enabled="1" method="Standard" siteId="{c8be3380-d32e-4fb4-99f9-e815f6ede362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1760</Words>
  <Application>Microsoft Office PowerPoint</Application>
  <PresentationFormat>Geniş ekran</PresentationFormat>
  <Paragraphs>172</Paragraphs>
  <Slides>15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15</vt:i4>
      </vt:variant>
    </vt:vector>
  </HeadingPairs>
  <TitlesOfParts>
    <vt:vector size="16" baseType="lpstr">
      <vt:lpstr>Parallax</vt:lpstr>
      <vt:lpstr>PowerPoint Sunusu</vt:lpstr>
      <vt:lpstr>                                                                       Outline  -Introduction &amp; Motivation -Related Work -Proposed Approach (IMPBA) -Experimental Setup -Results &amp; Discussion -Conclusion &amp; Future Work -References          </vt:lpstr>
      <vt:lpstr>Introduction &amp; Motivation</vt:lpstr>
      <vt:lpstr>Why Object Removal is Hard</vt:lpstr>
      <vt:lpstr>Related Work</vt:lpstr>
      <vt:lpstr>Proposed Approach: IMPBA</vt:lpstr>
      <vt:lpstr>Dataset &amp; Training Setup</vt:lpstr>
      <vt:lpstr>Evaluation Metrics</vt:lpstr>
      <vt:lpstr>Experimental Results</vt:lpstr>
      <vt:lpstr>PowerPoint Sunusu</vt:lpstr>
      <vt:lpstr>Discussion</vt:lpstr>
      <vt:lpstr>Conclusion</vt:lpstr>
      <vt:lpstr>Future Work</vt:lpstr>
      <vt:lpstr>References</vt:lpstr>
      <vt:lpstr>Thank You for Your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Baha KIRBASOGLU | PEAKUP</cp:lastModifiedBy>
  <cp:revision>975</cp:revision>
  <dcterms:created xsi:type="dcterms:W3CDTF">2025-12-03T17:57:45Z</dcterms:created>
  <dcterms:modified xsi:type="dcterms:W3CDTF">2025-12-28T13:29:51Z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Parallax:15</vt:lpwstr>
  </property>
  <property fmtid="{D5CDD505-2E9C-101B-9397-08002B2CF9AE}" pid="3" name="ClassificationContentMarkingFooterText">
    <vt:lpwstr>Internal</vt:lpwstr>
  </property>
</Properties>
</file>